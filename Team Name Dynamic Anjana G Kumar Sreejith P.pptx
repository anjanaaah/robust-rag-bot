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oppins Bold" charset="1" panose="00000800000000000000"/>
      <p:regular r:id="rId17"/>
    </p:embeddedFont>
    <p:embeddedFont>
      <p:font typeface="Poppins"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jpeg" Type="http://schemas.openxmlformats.org/officeDocument/2006/relationships/image"/><Relationship Id="rId11" Target="../media/image16.jpeg" Type="http://schemas.openxmlformats.org/officeDocument/2006/relationships/image"/><Relationship Id="rId12" Target="../media/image17.jpeg" Type="http://schemas.openxmlformats.org/officeDocument/2006/relationships/image"/><Relationship Id="rId13" Target="../media/image18.jpe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6.jpe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5.png" Type="http://schemas.openxmlformats.org/officeDocument/2006/relationships/image"/><Relationship Id="rId6" Target="../media/image1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5.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6.jpe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5.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6.jpe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6.jpe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jpe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6.jpe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D2C"/>
        </a:solidFill>
      </p:bgPr>
    </p:bg>
    <p:spTree>
      <p:nvGrpSpPr>
        <p:cNvPr id="1" name=""/>
        <p:cNvGrpSpPr/>
        <p:nvPr/>
      </p:nvGrpSpPr>
      <p:grpSpPr>
        <a:xfrm>
          <a:off x="0" y="0"/>
          <a:ext cx="0" cy="0"/>
          <a:chOff x="0" y="0"/>
          <a:chExt cx="0" cy="0"/>
        </a:xfrm>
      </p:grpSpPr>
      <p:sp>
        <p:nvSpPr>
          <p:cNvPr name="Freeform 2" id="2"/>
          <p:cNvSpPr/>
          <p:nvPr/>
        </p:nvSpPr>
        <p:spPr>
          <a:xfrm flipH="false" flipV="false" rot="0">
            <a:off x="-63132" y="-63436"/>
            <a:ext cx="4240949" cy="3313824"/>
          </a:xfrm>
          <a:custGeom>
            <a:avLst/>
            <a:gdLst/>
            <a:ahLst/>
            <a:cxnLst/>
            <a:rect r="r" b="b" t="t" l="l"/>
            <a:pathLst>
              <a:path h="3313824" w="4240949">
                <a:moveTo>
                  <a:pt x="0" y="0"/>
                </a:moveTo>
                <a:lnTo>
                  <a:pt x="4240949" y="0"/>
                </a:lnTo>
                <a:lnTo>
                  <a:pt x="4240949" y="3313823"/>
                </a:lnTo>
                <a:lnTo>
                  <a:pt x="0" y="33138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87023" y="3420094"/>
            <a:ext cx="5556523" cy="4365717"/>
          </a:xfrm>
          <a:custGeom>
            <a:avLst/>
            <a:gdLst/>
            <a:ahLst/>
            <a:cxnLst/>
            <a:rect r="r" b="b" t="t" l="l"/>
            <a:pathLst>
              <a:path h="4365717" w="5556523">
                <a:moveTo>
                  <a:pt x="0" y="0"/>
                </a:moveTo>
                <a:lnTo>
                  <a:pt x="5556523" y="0"/>
                </a:lnTo>
                <a:lnTo>
                  <a:pt x="5556523" y="4365717"/>
                </a:lnTo>
                <a:lnTo>
                  <a:pt x="0" y="43657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8304705" y="1028700"/>
            <a:ext cx="8229600" cy="8229600"/>
            <a:chOff x="0" y="0"/>
            <a:chExt cx="8229600" cy="8229600"/>
          </a:xfrm>
        </p:grpSpPr>
        <p:sp>
          <p:nvSpPr>
            <p:cNvPr name="Freeform 5" id="5"/>
            <p:cNvSpPr/>
            <p:nvPr/>
          </p:nvSpPr>
          <p:spPr>
            <a:xfrm flipH="false" flipV="false" rot="0">
              <a:off x="0" y="0"/>
              <a:ext cx="8229473" cy="8229600"/>
            </a:xfrm>
            <a:custGeom>
              <a:avLst/>
              <a:gdLst/>
              <a:ahLst/>
              <a:cxnLst/>
              <a:rect r="r" b="b" t="t" l="l"/>
              <a:pathLst>
                <a:path h="8229600" w="8229473">
                  <a:moveTo>
                    <a:pt x="4195445" y="4034155"/>
                  </a:moveTo>
                  <a:cubicBezTo>
                    <a:pt x="4373372" y="4034155"/>
                    <a:pt x="4518152" y="4178935"/>
                    <a:pt x="4518152" y="4356862"/>
                  </a:cubicBezTo>
                  <a:cubicBezTo>
                    <a:pt x="4518152" y="4534789"/>
                    <a:pt x="4373372" y="4679569"/>
                    <a:pt x="4195445" y="4679569"/>
                  </a:cubicBezTo>
                  <a:cubicBezTo>
                    <a:pt x="4017518" y="4679569"/>
                    <a:pt x="3872738" y="4534789"/>
                    <a:pt x="3872738" y="4356862"/>
                  </a:cubicBezTo>
                  <a:cubicBezTo>
                    <a:pt x="3872738" y="4178935"/>
                    <a:pt x="4017518" y="4034155"/>
                    <a:pt x="4195445" y="4034155"/>
                  </a:cubicBezTo>
                  <a:close/>
                  <a:moveTo>
                    <a:pt x="4195445" y="1613662"/>
                  </a:moveTo>
                  <a:cubicBezTo>
                    <a:pt x="4664837" y="1613662"/>
                    <a:pt x="5106670" y="1794637"/>
                    <a:pt x="5441442" y="2124710"/>
                  </a:cubicBezTo>
                  <a:cubicBezTo>
                    <a:pt x="6082284" y="2756535"/>
                    <a:pt x="6131433" y="3732657"/>
                    <a:pt x="5640451" y="4419727"/>
                  </a:cubicBezTo>
                  <a:cubicBezTo>
                    <a:pt x="5181346" y="5061839"/>
                    <a:pt x="4910582" y="5818251"/>
                    <a:pt x="4852543" y="6615938"/>
                  </a:cubicBezTo>
                  <a:lnTo>
                    <a:pt x="4356862" y="6615938"/>
                  </a:lnTo>
                  <a:lnTo>
                    <a:pt x="4356862" y="4981829"/>
                  </a:lnTo>
                  <a:cubicBezTo>
                    <a:pt x="4634992" y="4909947"/>
                    <a:pt x="4840986" y="4656963"/>
                    <a:pt x="4840986" y="4356862"/>
                  </a:cubicBezTo>
                  <a:cubicBezTo>
                    <a:pt x="4840986" y="4001008"/>
                    <a:pt x="4551426" y="3711448"/>
                    <a:pt x="4195572" y="3711448"/>
                  </a:cubicBezTo>
                  <a:cubicBezTo>
                    <a:pt x="3839718" y="3711448"/>
                    <a:pt x="3550158" y="4001008"/>
                    <a:pt x="3550158" y="4356862"/>
                  </a:cubicBezTo>
                  <a:cubicBezTo>
                    <a:pt x="3550158" y="4657090"/>
                    <a:pt x="3756152" y="4910074"/>
                    <a:pt x="4034282" y="4981829"/>
                  </a:cubicBezTo>
                  <a:lnTo>
                    <a:pt x="4034282" y="6615938"/>
                  </a:lnTo>
                  <a:lnTo>
                    <a:pt x="3543300" y="6615938"/>
                  </a:lnTo>
                  <a:cubicBezTo>
                    <a:pt x="3498088" y="5836920"/>
                    <a:pt x="3226689" y="5082032"/>
                    <a:pt x="2753233" y="4423664"/>
                  </a:cubicBezTo>
                  <a:cubicBezTo>
                    <a:pt x="2532380" y="4116451"/>
                    <a:pt x="2417318" y="3753231"/>
                    <a:pt x="2420493" y="3373120"/>
                  </a:cubicBezTo>
                  <a:cubicBezTo>
                    <a:pt x="2428748" y="2416683"/>
                    <a:pt x="3213354" y="1627505"/>
                    <a:pt x="4169537" y="1613789"/>
                  </a:cubicBezTo>
                  <a:cubicBezTo>
                    <a:pt x="4178173" y="1613662"/>
                    <a:pt x="4186936" y="1613662"/>
                    <a:pt x="4195572" y="1613662"/>
                  </a:cubicBezTo>
                  <a:close/>
                  <a:moveTo>
                    <a:pt x="4356862" y="322707"/>
                  </a:moveTo>
                  <a:lnTo>
                    <a:pt x="4356862" y="863727"/>
                  </a:lnTo>
                  <a:cubicBezTo>
                    <a:pt x="4356862" y="945261"/>
                    <a:pt x="4417695" y="1013968"/>
                    <a:pt x="4498594" y="1023874"/>
                  </a:cubicBezTo>
                  <a:cubicBezTo>
                    <a:pt x="5055870" y="1092200"/>
                    <a:pt x="5585079" y="1311529"/>
                    <a:pt x="6028817" y="1657985"/>
                  </a:cubicBezTo>
                  <a:cubicBezTo>
                    <a:pt x="6058154" y="1680845"/>
                    <a:pt x="6093206" y="1692148"/>
                    <a:pt x="6128131" y="1692148"/>
                  </a:cubicBezTo>
                  <a:cubicBezTo>
                    <a:pt x="6169660" y="1692148"/>
                    <a:pt x="6210935" y="1676146"/>
                    <a:pt x="6242304" y="1644904"/>
                  </a:cubicBezTo>
                  <a:lnTo>
                    <a:pt x="6625082" y="1262126"/>
                  </a:lnTo>
                  <a:lnTo>
                    <a:pt x="6967474" y="1604518"/>
                  </a:lnTo>
                  <a:lnTo>
                    <a:pt x="6584696" y="1987296"/>
                  </a:lnTo>
                  <a:cubicBezTo>
                    <a:pt x="6527038" y="2044954"/>
                    <a:pt x="6521450" y="2136521"/>
                    <a:pt x="6571615" y="2200656"/>
                  </a:cubicBezTo>
                  <a:cubicBezTo>
                    <a:pt x="6918071" y="2644394"/>
                    <a:pt x="7137400" y="3173603"/>
                    <a:pt x="7205726" y="3730879"/>
                  </a:cubicBezTo>
                  <a:cubicBezTo>
                    <a:pt x="7215632" y="3811778"/>
                    <a:pt x="7284339" y="3872611"/>
                    <a:pt x="7365873" y="3872611"/>
                  </a:cubicBezTo>
                  <a:lnTo>
                    <a:pt x="7906893" y="3872611"/>
                  </a:lnTo>
                  <a:lnTo>
                    <a:pt x="7906893" y="4356735"/>
                  </a:lnTo>
                  <a:lnTo>
                    <a:pt x="7365873" y="4356735"/>
                  </a:lnTo>
                  <a:cubicBezTo>
                    <a:pt x="7284339" y="4356735"/>
                    <a:pt x="7215632" y="4417568"/>
                    <a:pt x="7205726" y="4498467"/>
                  </a:cubicBezTo>
                  <a:cubicBezTo>
                    <a:pt x="7137400" y="5055743"/>
                    <a:pt x="6918071" y="5584952"/>
                    <a:pt x="6571615" y="6028690"/>
                  </a:cubicBezTo>
                  <a:cubicBezTo>
                    <a:pt x="6521450" y="6092952"/>
                    <a:pt x="6527038" y="6184519"/>
                    <a:pt x="6584696" y="6242050"/>
                  </a:cubicBezTo>
                  <a:lnTo>
                    <a:pt x="6967474" y="6624828"/>
                  </a:lnTo>
                  <a:lnTo>
                    <a:pt x="6625082" y="6967220"/>
                  </a:lnTo>
                  <a:lnTo>
                    <a:pt x="6242304" y="6584442"/>
                  </a:lnTo>
                  <a:cubicBezTo>
                    <a:pt x="6210935" y="6553073"/>
                    <a:pt x="6169660" y="6537198"/>
                    <a:pt x="6128131" y="6537198"/>
                  </a:cubicBezTo>
                  <a:cubicBezTo>
                    <a:pt x="6093206" y="6537198"/>
                    <a:pt x="6058154" y="6548501"/>
                    <a:pt x="6028817" y="6571361"/>
                  </a:cubicBezTo>
                  <a:cubicBezTo>
                    <a:pt x="5850001" y="6710934"/>
                    <a:pt x="5657342" y="6829933"/>
                    <a:pt x="5454269" y="6926707"/>
                  </a:cubicBezTo>
                  <a:cubicBezTo>
                    <a:pt x="5404993" y="6798437"/>
                    <a:pt x="5302631" y="6696329"/>
                    <a:pt x="5174107" y="6647307"/>
                  </a:cubicBezTo>
                  <a:cubicBezTo>
                    <a:pt x="5226558" y="5905754"/>
                    <a:pt x="5477129" y="5203063"/>
                    <a:pt x="5903214" y="4607052"/>
                  </a:cubicBezTo>
                  <a:cubicBezTo>
                    <a:pt x="6482207" y="3796538"/>
                    <a:pt x="6426962" y="2642616"/>
                    <a:pt x="5668264" y="1894586"/>
                  </a:cubicBezTo>
                  <a:cubicBezTo>
                    <a:pt x="5272532" y="1504315"/>
                    <a:pt x="4750689" y="1290574"/>
                    <a:pt x="4195699" y="1290574"/>
                  </a:cubicBezTo>
                  <a:cubicBezTo>
                    <a:pt x="3041523" y="1290574"/>
                    <a:pt x="2107692" y="2228977"/>
                    <a:pt x="2097786" y="3370072"/>
                  </a:cubicBezTo>
                  <a:cubicBezTo>
                    <a:pt x="2094103" y="3819271"/>
                    <a:pt x="2230120" y="4248531"/>
                    <a:pt x="2491232" y="4611751"/>
                  </a:cubicBezTo>
                  <a:cubicBezTo>
                    <a:pt x="2930906" y="5223256"/>
                    <a:pt x="3181985" y="5923661"/>
                    <a:pt x="3221736" y="6645275"/>
                  </a:cubicBezTo>
                  <a:cubicBezTo>
                    <a:pt x="3100705" y="6689852"/>
                    <a:pt x="3002407" y="6781546"/>
                    <a:pt x="2948813" y="6897878"/>
                  </a:cubicBezTo>
                  <a:cubicBezTo>
                    <a:pt x="2679065" y="6804533"/>
                    <a:pt x="2353183" y="6689979"/>
                    <a:pt x="2200783" y="6571107"/>
                  </a:cubicBezTo>
                  <a:cubicBezTo>
                    <a:pt x="2171446" y="6548247"/>
                    <a:pt x="2136394" y="6536944"/>
                    <a:pt x="2101596" y="6536944"/>
                  </a:cubicBezTo>
                  <a:cubicBezTo>
                    <a:pt x="2060067" y="6536944"/>
                    <a:pt x="2018792" y="6552946"/>
                    <a:pt x="1987423" y="6584188"/>
                  </a:cubicBezTo>
                  <a:lnTo>
                    <a:pt x="1604645" y="6966966"/>
                  </a:lnTo>
                  <a:lnTo>
                    <a:pt x="1262253" y="6624574"/>
                  </a:lnTo>
                  <a:lnTo>
                    <a:pt x="1645031" y="6241796"/>
                  </a:lnTo>
                  <a:cubicBezTo>
                    <a:pt x="1702689" y="6184138"/>
                    <a:pt x="1708277" y="6092571"/>
                    <a:pt x="1658112" y="6028436"/>
                  </a:cubicBezTo>
                  <a:cubicBezTo>
                    <a:pt x="1311656" y="5584698"/>
                    <a:pt x="1092327" y="5055489"/>
                    <a:pt x="1024001" y="4498213"/>
                  </a:cubicBezTo>
                  <a:cubicBezTo>
                    <a:pt x="1014095" y="4417314"/>
                    <a:pt x="945388" y="4356481"/>
                    <a:pt x="863854" y="4356481"/>
                  </a:cubicBezTo>
                  <a:lnTo>
                    <a:pt x="322707" y="4356481"/>
                  </a:lnTo>
                  <a:lnTo>
                    <a:pt x="322707" y="3872738"/>
                  </a:lnTo>
                  <a:lnTo>
                    <a:pt x="863727" y="3872738"/>
                  </a:lnTo>
                  <a:cubicBezTo>
                    <a:pt x="945261" y="3872738"/>
                    <a:pt x="1013968" y="3811905"/>
                    <a:pt x="1023874" y="3731006"/>
                  </a:cubicBezTo>
                  <a:cubicBezTo>
                    <a:pt x="1092200" y="3173730"/>
                    <a:pt x="1311529" y="2644521"/>
                    <a:pt x="1657985" y="2200783"/>
                  </a:cubicBezTo>
                  <a:cubicBezTo>
                    <a:pt x="1708150" y="2136521"/>
                    <a:pt x="1702562" y="2044954"/>
                    <a:pt x="1644904" y="1987423"/>
                  </a:cubicBezTo>
                  <a:lnTo>
                    <a:pt x="1262253" y="1604645"/>
                  </a:lnTo>
                  <a:lnTo>
                    <a:pt x="1604645" y="1262253"/>
                  </a:lnTo>
                  <a:lnTo>
                    <a:pt x="1987423" y="1645031"/>
                  </a:lnTo>
                  <a:cubicBezTo>
                    <a:pt x="2018665" y="1676273"/>
                    <a:pt x="2060067" y="1692275"/>
                    <a:pt x="2101596" y="1692275"/>
                  </a:cubicBezTo>
                  <a:cubicBezTo>
                    <a:pt x="2136521" y="1692275"/>
                    <a:pt x="2171573" y="1680972"/>
                    <a:pt x="2200910" y="1658112"/>
                  </a:cubicBezTo>
                  <a:cubicBezTo>
                    <a:pt x="2644648" y="1311656"/>
                    <a:pt x="3173857" y="1092327"/>
                    <a:pt x="3731133" y="1024001"/>
                  </a:cubicBezTo>
                  <a:cubicBezTo>
                    <a:pt x="3812032" y="1014095"/>
                    <a:pt x="3872865" y="945388"/>
                    <a:pt x="3872865" y="863854"/>
                  </a:cubicBezTo>
                  <a:lnTo>
                    <a:pt x="3872865" y="322707"/>
                  </a:lnTo>
                  <a:close/>
                  <a:moveTo>
                    <a:pt x="3974338" y="6938645"/>
                  </a:moveTo>
                  <a:cubicBezTo>
                    <a:pt x="4412488" y="6938645"/>
                    <a:pt x="4943856" y="6938645"/>
                    <a:pt x="5005324" y="6938772"/>
                  </a:cubicBezTo>
                  <a:cubicBezTo>
                    <a:pt x="5092827" y="6940423"/>
                    <a:pt x="5163566" y="7012051"/>
                    <a:pt x="5163566" y="7099935"/>
                  </a:cubicBezTo>
                  <a:cubicBezTo>
                    <a:pt x="5163566" y="7188962"/>
                    <a:pt x="5091176" y="7261351"/>
                    <a:pt x="5002149" y="7261351"/>
                  </a:cubicBezTo>
                  <a:lnTo>
                    <a:pt x="3388614" y="7261351"/>
                  </a:lnTo>
                  <a:cubicBezTo>
                    <a:pt x="3300222" y="7261351"/>
                    <a:pt x="3228213" y="7189851"/>
                    <a:pt x="3227324" y="7101713"/>
                  </a:cubicBezTo>
                  <a:cubicBezTo>
                    <a:pt x="3223133" y="7022084"/>
                    <a:pt x="3292983" y="6938645"/>
                    <a:pt x="3388614" y="6938645"/>
                  </a:cubicBezTo>
                  <a:cubicBezTo>
                    <a:pt x="3431032" y="6938645"/>
                    <a:pt x="3681857" y="6938645"/>
                    <a:pt x="3974338" y="6938645"/>
                  </a:cubicBezTo>
                  <a:close/>
                  <a:moveTo>
                    <a:pt x="4651883" y="7584059"/>
                  </a:moveTo>
                  <a:cubicBezTo>
                    <a:pt x="4585335" y="7771892"/>
                    <a:pt x="4405757" y="7906765"/>
                    <a:pt x="4195445" y="7906765"/>
                  </a:cubicBezTo>
                  <a:cubicBezTo>
                    <a:pt x="3985133" y="7906765"/>
                    <a:pt x="3805555" y="7771892"/>
                    <a:pt x="3739007" y="7584059"/>
                  </a:cubicBezTo>
                  <a:close/>
                  <a:moveTo>
                    <a:pt x="3711448" y="0"/>
                  </a:moveTo>
                  <a:cubicBezTo>
                    <a:pt x="3622294" y="0"/>
                    <a:pt x="3550031" y="72263"/>
                    <a:pt x="3550031" y="161417"/>
                  </a:cubicBezTo>
                  <a:lnTo>
                    <a:pt x="3550031" y="724027"/>
                  </a:lnTo>
                  <a:cubicBezTo>
                    <a:pt x="3033776" y="809498"/>
                    <a:pt x="2543175" y="1012698"/>
                    <a:pt x="2116836" y="1318006"/>
                  </a:cubicBezTo>
                  <a:lnTo>
                    <a:pt x="1718691" y="919861"/>
                  </a:lnTo>
                  <a:cubicBezTo>
                    <a:pt x="1687195" y="888365"/>
                    <a:pt x="1645920" y="872617"/>
                    <a:pt x="1604645" y="872617"/>
                  </a:cubicBezTo>
                  <a:cubicBezTo>
                    <a:pt x="1563370" y="872617"/>
                    <a:pt x="1522095" y="888365"/>
                    <a:pt x="1490472" y="919861"/>
                  </a:cubicBezTo>
                  <a:lnTo>
                    <a:pt x="919861" y="1490472"/>
                  </a:lnTo>
                  <a:cubicBezTo>
                    <a:pt x="856869" y="1553464"/>
                    <a:pt x="856869" y="1655699"/>
                    <a:pt x="919861" y="1718691"/>
                  </a:cubicBezTo>
                  <a:lnTo>
                    <a:pt x="1317879" y="2116709"/>
                  </a:lnTo>
                  <a:cubicBezTo>
                    <a:pt x="1012698" y="2543175"/>
                    <a:pt x="809371" y="3033649"/>
                    <a:pt x="723900" y="3549904"/>
                  </a:cubicBezTo>
                  <a:lnTo>
                    <a:pt x="161417" y="3549904"/>
                  </a:lnTo>
                  <a:cubicBezTo>
                    <a:pt x="72390" y="3550031"/>
                    <a:pt x="254" y="3622040"/>
                    <a:pt x="0" y="3710940"/>
                  </a:cubicBezTo>
                  <a:lnTo>
                    <a:pt x="0" y="4518660"/>
                  </a:lnTo>
                  <a:cubicBezTo>
                    <a:pt x="254" y="4607560"/>
                    <a:pt x="72390" y="4679569"/>
                    <a:pt x="161417" y="4679569"/>
                  </a:cubicBezTo>
                  <a:lnTo>
                    <a:pt x="724027" y="4679569"/>
                  </a:lnTo>
                  <a:cubicBezTo>
                    <a:pt x="809498" y="5195951"/>
                    <a:pt x="1012698" y="5686425"/>
                    <a:pt x="1318006" y="6112764"/>
                  </a:cubicBezTo>
                  <a:lnTo>
                    <a:pt x="919861" y="6510909"/>
                  </a:lnTo>
                  <a:cubicBezTo>
                    <a:pt x="856869" y="6573901"/>
                    <a:pt x="856869" y="6676136"/>
                    <a:pt x="919861" y="6739127"/>
                  </a:cubicBezTo>
                  <a:lnTo>
                    <a:pt x="1490472" y="7309739"/>
                  </a:lnTo>
                  <a:cubicBezTo>
                    <a:pt x="1521968" y="7341235"/>
                    <a:pt x="1563243" y="7356983"/>
                    <a:pt x="1604518" y="7356983"/>
                  </a:cubicBezTo>
                  <a:cubicBezTo>
                    <a:pt x="1645793" y="7356983"/>
                    <a:pt x="1687068" y="7341235"/>
                    <a:pt x="1718691" y="7309739"/>
                  </a:cubicBezTo>
                  <a:lnTo>
                    <a:pt x="2122297" y="6906133"/>
                  </a:lnTo>
                  <a:cubicBezTo>
                    <a:pt x="2344039" y="7035038"/>
                    <a:pt x="2665603" y="7141845"/>
                    <a:pt x="2922524" y="7230872"/>
                  </a:cubicBezTo>
                  <a:cubicBezTo>
                    <a:pt x="2979674" y="7434452"/>
                    <a:pt x="3166872" y="7584186"/>
                    <a:pt x="3388487" y="7584186"/>
                  </a:cubicBezTo>
                  <a:lnTo>
                    <a:pt x="3404743" y="7584186"/>
                  </a:lnTo>
                  <a:cubicBezTo>
                    <a:pt x="3479673" y="7951724"/>
                    <a:pt x="3805174" y="8229219"/>
                    <a:pt x="4194429" y="8229600"/>
                  </a:cubicBezTo>
                  <a:lnTo>
                    <a:pt x="4196207" y="8229600"/>
                  </a:lnTo>
                  <a:cubicBezTo>
                    <a:pt x="4585462" y="8229219"/>
                    <a:pt x="4910963" y="7951724"/>
                    <a:pt x="4985893" y="7584186"/>
                  </a:cubicBezTo>
                  <a:lnTo>
                    <a:pt x="5002149" y="7584186"/>
                  </a:lnTo>
                  <a:cubicBezTo>
                    <a:pt x="5204714" y="7584186"/>
                    <a:pt x="5378450" y="7459090"/>
                    <a:pt x="5450586" y="7282180"/>
                  </a:cubicBezTo>
                  <a:cubicBezTo>
                    <a:pt x="5683885" y="7183882"/>
                    <a:pt x="5905881" y="7059802"/>
                    <a:pt x="6112637" y="6911721"/>
                  </a:cubicBezTo>
                  <a:lnTo>
                    <a:pt x="6510655" y="7309739"/>
                  </a:lnTo>
                  <a:cubicBezTo>
                    <a:pt x="6542151" y="7341235"/>
                    <a:pt x="6583426" y="7356983"/>
                    <a:pt x="6624701" y="7356983"/>
                  </a:cubicBezTo>
                  <a:cubicBezTo>
                    <a:pt x="6665976" y="7356983"/>
                    <a:pt x="6707251" y="7341235"/>
                    <a:pt x="6738874" y="7309739"/>
                  </a:cubicBezTo>
                  <a:lnTo>
                    <a:pt x="7309485" y="6739127"/>
                  </a:lnTo>
                  <a:cubicBezTo>
                    <a:pt x="7372477" y="6676136"/>
                    <a:pt x="7372477" y="6573901"/>
                    <a:pt x="7309485" y="6510909"/>
                  </a:cubicBezTo>
                  <a:lnTo>
                    <a:pt x="6911467" y="6112891"/>
                  </a:lnTo>
                  <a:cubicBezTo>
                    <a:pt x="7216648" y="5686425"/>
                    <a:pt x="7419975" y="5195951"/>
                    <a:pt x="7505446" y="4679696"/>
                  </a:cubicBezTo>
                  <a:lnTo>
                    <a:pt x="8068056" y="4679696"/>
                  </a:lnTo>
                  <a:cubicBezTo>
                    <a:pt x="8157210" y="4679696"/>
                    <a:pt x="8229473" y="4607433"/>
                    <a:pt x="8229473" y="4518279"/>
                  </a:cubicBezTo>
                  <a:lnTo>
                    <a:pt x="8229473" y="3711448"/>
                  </a:lnTo>
                  <a:cubicBezTo>
                    <a:pt x="8229473" y="3622294"/>
                    <a:pt x="8157210" y="3550031"/>
                    <a:pt x="8068056" y="3550031"/>
                  </a:cubicBezTo>
                  <a:lnTo>
                    <a:pt x="7505573" y="3550031"/>
                  </a:lnTo>
                  <a:cubicBezTo>
                    <a:pt x="7420102" y="3033649"/>
                    <a:pt x="7216902" y="2543175"/>
                    <a:pt x="6911594" y="2116836"/>
                  </a:cubicBezTo>
                  <a:lnTo>
                    <a:pt x="7309612" y="1718818"/>
                  </a:lnTo>
                  <a:cubicBezTo>
                    <a:pt x="7372604" y="1655826"/>
                    <a:pt x="7372604" y="1553591"/>
                    <a:pt x="7309612" y="1490599"/>
                  </a:cubicBezTo>
                  <a:lnTo>
                    <a:pt x="6739128" y="919861"/>
                  </a:lnTo>
                  <a:cubicBezTo>
                    <a:pt x="6707632" y="888365"/>
                    <a:pt x="6666357" y="872617"/>
                    <a:pt x="6625082" y="872617"/>
                  </a:cubicBezTo>
                  <a:cubicBezTo>
                    <a:pt x="6583807" y="872617"/>
                    <a:pt x="6542532" y="888365"/>
                    <a:pt x="6510910" y="919861"/>
                  </a:cubicBezTo>
                  <a:lnTo>
                    <a:pt x="6112891" y="1317879"/>
                  </a:lnTo>
                  <a:cubicBezTo>
                    <a:pt x="5686425" y="1012698"/>
                    <a:pt x="5195951" y="809371"/>
                    <a:pt x="4679696" y="723900"/>
                  </a:cubicBezTo>
                  <a:lnTo>
                    <a:pt x="4679696" y="161417"/>
                  </a:lnTo>
                  <a:cubicBezTo>
                    <a:pt x="4679569" y="72263"/>
                    <a:pt x="4607306" y="0"/>
                    <a:pt x="4518152" y="0"/>
                  </a:cubicBezTo>
                  <a:close/>
                </a:path>
              </a:pathLst>
            </a:custGeom>
            <a:solidFill>
              <a:srgbClr val="101824"/>
            </a:solidFill>
          </p:spPr>
        </p:sp>
      </p:grpSp>
      <p:grpSp>
        <p:nvGrpSpPr>
          <p:cNvPr name="Group 6" id="6"/>
          <p:cNvGrpSpPr/>
          <p:nvPr/>
        </p:nvGrpSpPr>
        <p:grpSpPr>
          <a:xfrm rot="0">
            <a:off x="0" y="0"/>
            <a:ext cx="3141545" cy="1232268"/>
            <a:chOff x="0" y="0"/>
            <a:chExt cx="4188727" cy="1643024"/>
          </a:xfrm>
        </p:grpSpPr>
        <p:sp>
          <p:nvSpPr>
            <p:cNvPr name="Freeform 7" id="7"/>
            <p:cNvSpPr/>
            <p:nvPr/>
          </p:nvSpPr>
          <p:spPr>
            <a:xfrm flipH="false" flipV="false" rot="0">
              <a:off x="0" y="0"/>
              <a:ext cx="4188714" cy="1642999"/>
            </a:xfrm>
            <a:custGeom>
              <a:avLst/>
              <a:gdLst/>
              <a:ahLst/>
              <a:cxnLst/>
              <a:rect r="r" b="b" t="t" l="l"/>
              <a:pathLst>
                <a:path h="1642999" w="4188714">
                  <a:moveTo>
                    <a:pt x="0" y="0"/>
                  </a:moveTo>
                  <a:lnTo>
                    <a:pt x="4188714" y="0"/>
                  </a:lnTo>
                  <a:lnTo>
                    <a:pt x="4188714" y="1642999"/>
                  </a:lnTo>
                  <a:lnTo>
                    <a:pt x="0" y="1642999"/>
                  </a:lnTo>
                  <a:lnTo>
                    <a:pt x="0" y="0"/>
                  </a:lnTo>
                  <a:close/>
                </a:path>
              </a:pathLst>
            </a:custGeom>
            <a:blipFill>
              <a:blip r:embed="rId6"/>
              <a:stretch>
                <a:fillRect l="-9150" t="-12080" r="0" b="-1"/>
              </a:stretch>
            </a:blipFill>
          </p:spPr>
        </p:sp>
      </p:grpSp>
      <p:grpSp>
        <p:nvGrpSpPr>
          <p:cNvPr name="Group 8" id="8"/>
          <p:cNvGrpSpPr/>
          <p:nvPr/>
        </p:nvGrpSpPr>
        <p:grpSpPr>
          <a:xfrm rot="0">
            <a:off x="382238" y="8844239"/>
            <a:ext cx="1295400" cy="1200150"/>
            <a:chOff x="0" y="0"/>
            <a:chExt cx="1727200" cy="1600200"/>
          </a:xfrm>
        </p:grpSpPr>
        <p:sp>
          <p:nvSpPr>
            <p:cNvPr name="Freeform 9" id="9"/>
            <p:cNvSpPr/>
            <p:nvPr/>
          </p:nvSpPr>
          <p:spPr>
            <a:xfrm flipH="false" flipV="false" rot="0">
              <a:off x="0" y="0"/>
              <a:ext cx="1727200" cy="1600200"/>
            </a:xfrm>
            <a:custGeom>
              <a:avLst/>
              <a:gdLst/>
              <a:ahLst/>
              <a:cxnLst/>
              <a:rect r="r" b="b" t="t" l="l"/>
              <a:pathLst>
                <a:path h="1600200" w="1727200">
                  <a:moveTo>
                    <a:pt x="0" y="0"/>
                  </a:moveTo>
                  <a:lnTo>
                    <a:pt x="1727200" y="0"/>
                  </a:lnTo>
                  <a:lnTo>
                    <a:pt x="1727200" y="1600200"/>
                  </a:lnTo>
                  <a:lnTo>
                    <a:pt x="0" y="1600200"/>
                  </a:lnTo>
                  <a:lnTo>
                    <a:pt x="0" y="0"/>
                  </a:lnTo>
                  <a:close/>
                </a:path>
              </a:pathLst>
            </a:custGeom>
            <a:blipFill>
              <a:blip r:embed="rId7"/>
              <a:stretch>
                <a:fillRect l="0" t="0" r="0" b="0"/>
              </a:stretch>
            </a:blipFill>
          </p:spPr>
        </p:sp>
      </p:grpSp>
      <p:grpSp>
        <p:nvGrpSpPr>
          <p:cNvPr name="Group 10" id="10"/>
          <p:cNvGrpSpPr/>
          <p:nvPr/>
        </p:nvGrpSpPr>
        <p:grpSpPr>
          <a:xfrm rot="0">
            <a:off x="-63503" y="-63503"/>
            <a:ext cx="7409478" cy="7864764"/>
            <a:chOff x="0" y="0"/>
            <a:chExt cx="7409472" cy="7864767"/>
          </a:xfrm>
        </p:grpSpPr>
        <p:sp>
          <p:nvSpPr>
            <p:cNvPr name="Freeform 11" id="11"/>
            <p:cNvSpPr/>
            <p:nvPr/>
          </p:nvSpPr>
          <p:spPr>
            <a:xfrm flipH="false" flipV="false" rot="0">
              <a:off x="63500" y="63500"/>
              <a:ext cx="4114798" cy="3186939"/>
            </a:xfrm>
            <a:custGeom>
              <a:avLst/>
              <a:gdLst/>
              <a:ahLst/>
              <a:cxnLst/>
              <a:rect r="r" b="b" t="t" l="l"/>
              <a:pathLst>
                <a:path h="3186939" w="4114798">
                  <a:moveTo>
                    <a:pt x="0" y="0"/>
                  </a:moveTo>
                  <a:lnTo>
                    <a:pt x="0" y="3186939"/>
                  </a:lnTo>
                  <a:lnTo>
                    <a:pt x="4114798" y="3186939"/>
                  </a:lnTo>
                  <a:lnTo>
                    <a:pt x="4114798" y="0"/>
                  </a:lnTo>
                  <a:close/>
                </a:path>
              </a:pathLst>
            </a:custGeom>
            <a:solidFill>
              <a:srgbClr val="000000">
                <a:alpha val="0"/>
              </a:srgbClr>
            </a:solidFill>
          </p:spPr>
        </p:sp>
        <p:sp>
          <p:nvSpPr>
            <p:cNvPr name="Freeform 12" id="12"/>
            <p:cNvSpPr/>
            <p:nvPr/>
          </p:nvSpPr>
          <p:spPr>
            <a:xfrm flipH="false" flipV="false" rot="0">
              <a:off x="1727961" y="3368168"/>
              <a:ext cx="5617968" cy="4433064"/>
            </a:xfrm>
            <a:custGeom>
              <a:avLst/>
              <a:gdLst/>
              <a:ahLst/>
              <a:cxnLst/>
              <a:rect r="r" b="b" t="t" l="l"/>
              <a:pathLst>
                <a:path h="4433064" w="5617968">
                  <a:moveTo>
                    <a:pt x="0" y="4433064"/>
                  </a:moveTo>
                  <a:lnTo>
                    <a:pt x="5617968" y="4433064"/>
                  </a:lnTo>
                  <a:lnTo>
                    <a:pt x="5617968" y="0"/>
                  </a:lnTo>
                  <a:lnTo>
                    <a:pt x="0" y="0"/>
                  </a:lnTo>
                  <a:close/>
                </a:path>
              </a:pathLst>
            </a:custGeom>
            <a:solidFill>
              <a:srgbClr val="000000">
                <a:alpha val="0"/>
              </a:srgbClr>
            </a:solidFill>
          </p:spPr>
        </p:sp>
      </p:grpSp>
      <p:grpSp>
        <p:nvGrpSpPr>
          <p:cNvPr name="Group 13" id="13"/>
          <p:cNvGrpSpPr/>
          <p:nvPr/>
        </p:nvGrpSpPr>
        <p:grpSpPr>
          <a:xfrm rot="0">
            <a:off x="8304705" y="1028700"/>
            <a:ext cx="8229600" cy="8229600"/>
            <a:chOff x="0" y="0"/>
            <a:chExt cx="8229600" cy="8229600"/>
          </a:xfrm>
        </p:grpSpPr>
        <p:sp>
          <p:nvSpPr>
            <p:cNvPr name="Freeform 14" id="14"/>
            <p:cNvSpPr/>
            <p:nvPr/>
          </p:nvSpPr>
          <p:spPr>
            <a:xfrm flipH="false" flipV="false" rot="0">
              <a:off x="0" y="0"/>
              <a:ext cx="8229600" cy="8229600"/>
            </a:xfrm>
            <a:custGeom>
              <a:avLst/>
              <a:gdLst/>
              <a:ahLst/>
              <a:cxnLst/>
              <a:rect r="r" b="b" t="t" l="l"/>
              <a:pathLst>
                <a:path h="8229600" w="8229600">
                  <a:moveTo>
                    <a:pt x="0" y="8229600"/>
                  </a:moveTo>
                  <a:lnTo>
                    <a:pt x="8229600" y="8229600"/>
                  </a:lnTo>
                  <a:lnTo>
                    <a:pt x="8229600" y="0"/>
                  </a:lnTo>
                  <a:lnTo>
                    <a:pt x="0" y="0"/>
                  </a:lnTo>
                  <a:close/>
                </a:path>
              </a:pathLst>
            </a:custGeom>
            <a:solidFill>
              <a:srgbClr val="000000">
                <a:alpha val="0"/>
              </a:srgbClr>
            </a:solidFill>
          </p:spPr>
        </p:sp>
      </p:grpSp>
      <p:sp>
        <p:nvSpPr>
          <p:cNvPr name="TextBox 15" id="15"/>
          <p:cNvSpPr txBox="true"/>
          <p:nvPr/>
        </p:nvSpPr>
        <p:spPr>
          <a:xfrm rot="0">
            <a:off x="8024721" y="2561430"/>
            <a:ext cx="6002836" cy="1196940"/>
          </a:xfrm>
          <a:prstGeom prst="rect">
            <a:avLst/>
          </a:prstGeom>
        </p:spPr>
        <p:txBody>
          <a:bodyPr anchor="t" rtlCol="false" tIns="0" lIns="0" bIns="0" rIns="0">
            <a:spAutoFit/>
          </a:bodyPr>
          <a:lstStyle/>
          <a:p>
            <a:pPr algn="l">
              <a:lnSpc>
                <a:spcPts val="8959"/>
              </a:lnSpc>
            </a:pPr>
            <a:r>
              <a:rPr lang="en-US" b="true" sz="6399">
                <a:solidFill>
                  <a:srgbClr val="80B2E8"/>
                </a:solidFill>
                <a:latin typeface="Poppins Bold"/>
                <a:ea typeface="Poppins Bold"/>
                <a:cs typeface="Poppins Bold"/>
                <a:sym typeface="Poppins Bold"/>
              </a:rPr>
              <a:t>PROJECT TITLE</a:t>
            </a:r>
          </a:p>
        </p:txBody>
      </p:sp>
      <p:sp>
        <p:nvSpPr>
          <p:cNvPr name="TextBox 16" id="16"/>
          <p:cNvSpPr txBox="true"/>
          <p:nvPr/>
        </p:nvSpPr>
        <p:spPr>
          <a:xfrm rot="0">
            <a:off x="12023252" y="8103041"/>
            <a:ext cx="5895006" cy="2493600"/>
          </a:xfrm>
          <a:prstGeom prst="rect">
            <a:avLst/>
          </a:prstGeom>
        </p:spPr>
        <p:txBody>
          <a:bodyPr anchor="t" rtlCol="false" tIns="0" lIns="0" bIns="0" rIns="0">
            <a:spAutoFit/>
          </a:bodyPr>
          <a:lstStyle/>
          <a:p>
            <a:pPr algn="l">
              <a:lnSpc>
                <a:spcPts val="3900"/>
              </a:lnSpc>
            </a:pPr>
            <a:r>
              <a:rPr lang="en-US" sz="2799">
                <a:solidFill>
                  <a:srgbClr val="FFFFFF"/>
                </a:solidFill>
                <a:latin typeface="Poppins"/>
                <a:ea typeface="Poppins"/>
                <a:cs typeface="Poppins"/>
                <a:sym typeface="Poppins"/>
              </a:rPr>
              <a:t>Team Name: Dynamic</a:t>
            </a:r>
          </a:p>
          <a:p>
            <a:pPr algn="l">
              <a:lnSpc>
                <a:spcPts val="3900"/>
              </a:lnSpc>
            </a:pPr>
            <a:r>
              <a:rPr lang="en-US" sz="2799">
                <a:solidFill>
                  <a:srgbClr val="FFFFFF"/>
                </a:solidFill>
                <a:latin typeface="Poppins"/>
                <a:ea typeface="Poppins"/>
                <a:cs typeface="Poppins"/>
                <a:sym typeface="Poppins"/>
              </a:rPr>
              <a:t>Anjana G Kumar</a:t>
            </a:r>
          </a:p>
          <a:p>
            <a:pPr algn="l">
              <a:lnSpc>
                <a:spcPts val="3900"/>
              </a:lnSpc>
            </a:pPr>
            <a:r>
              <a:rPr lang="en-US" sz="2799">
                <a:solidFill>
                  <a:srgbClr val="FFFFFF"/>
                </a:solidFill>
                <a:latin typeface="Poppins"/>
                <a:ea typeface="Poppins"/>
                <a:cs typeface="Poppins"/>
                <a:sym typeface="Poppins"/>
              </a:rPr>
              <a:t>Sreejith P</a:t>
            </a:r>
          </a:p>
          <a:p>
            <a:pPr algn="l">
              <a:lnSpc>
                <a:spcPts val="3900"/>
              </a:lnSpc>
            </a:pPr>
          </a:p>
          <a:p>
            <a:pPr algn="l">
              <a:lnSpc>
                <a:spcPts val="3900"/>
              </a:lnSpc>
            </a:pPr>
          </a:p>
        </p:txBody>
      </p:sp>
      <p:sp>
        <p:nvSpPr>
          <p:cNvPr name="TextBox 17" id="17"/>
          <p:cNvSpPr txBox="true"/>
          <p:nvPr/>
        </p:nvSpPr>
        <p:spPr>
          <a:xfrm rot="0">
            <a:off x="7654979" y="4468407"/>
            <a:ext cx="9604321" cy="2154792"/>
          </a:xfrm>
          <a:prstGeom prst="rect">
            <a:avLst/>
          </a:prstGeom>
        </p:spPr>
        <p:txBody>
          <a:bodyPr anchor="t" rtlCol="false" tIns="0" lIns="0" bIns="0" rIns="0">
            <a:spAutoFit/>
          </a:bodyPr>
          <a:lstStyle/>
          <a:p>
            <a:pPr algn="l">
              <a:lnSpc>
                <a:spcPts val="5656"/>
              </a:lnSpc>
              <a:spcBef>
                <a:spcPct val="0"/>
              </a:spcBef>
            </a:pPr>
            <a:r>
              <a:rPr lang="en-US" sz="4040">
                <a:solidFill>
                  <a:srgbClr val="F6F4F1"/>
                </a:solidFill>
                <a:latin typeface="Poppins"/>
                <a:ea typeface="Poppins"/>
                <a:cs typeface="Poppins"/>
                <a:sym typeface="Poppins"/>
              </a:rPr>
              <a:t>ROBUST-RAG BOT: RETRIEVAL-AUGMENTED Generation IN VAN–BOT COOPERATIVE DELIVERY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1D2C"/>
        </a:solidFill>
      </p:bgPr>
    </p:bg>
    <p:spTree>
      <p:nvGrpSpPr>
        <p:cNvPr id="1" name=""/>
        <p:cNvGrpSpPr/>
        <p:nvPr/>
      </p:nvGrpSpPr>
      <p:grpSpPr>
        <a:xfrm>
          <a:off x="0" y="0"/>
          <a:ext cx="0" cy="0"/>
          <a:chOff x="0" y="0"/>
          <a:chExt cx="0" cy="0"/>
        </a:xfrm>
      </p:grpSpPr>
      <p:grpSp>
        <p:nvGrpSpPr>
          <p:cNvPr name="Group 2" id="2"/>
          <p:cNvGrpSpPr/>
          <p:nvPr/>
        </p:nvGrpSpPr>
        <p:grpSpPr>
          <a:xfrm rot="0">
            <a:off x="-59484" y="8272834"/>
            <a:ext cx="4498972" cy="2080717"/>
            <a:chOff x="0" y="0"/>
            <a:chExt cx="4498975" cy="2080717"/>
          </a:xfrm>
        </p:grpSpPr>
        <p:sp>
          <p:nvSpPr>
            <p:cNvPr name="Freeform 3" id="3"/>
            <p:cNvSpPr/>
            <p:nvPr/>
          </p:nvSpPr>
          <p:spPr>
            <a:xfrm flipH="false" flipV="false" rot="0">
              <a:off x="63500" y="65278"/>
              <a:ext cx="4351782" cy="1948945"/>
            </a:xfrm>
            <a:custGeom>
              <a:avLst/>
              <a:gdLst/>
              <a:ahLst/>
              <a:cxnLst/>
              <a:rect r="r" b="b" t="t" l="l"/>
              <a:pathLst>
                <a:path h="1948945" w="4351782">
                  <a:moveTo>
                    <a:pt x="0" y="0"/>
                  </a:moveTo>
                  <a:lnTo>
                    <a:pt x="0" y="1016"/>
                  </a:lnTo>
                  <a:lnTo>
                    <a:pt x="2739009" y="1948945"/>
                  </a:lnTo>
                  <a:lnTo>
                    <a:pt x="4351782" y="1948945"/>
                  </a:lnTo>
                  <a:lnTo>
                    <a:pt x="0" y="0"/>
                  </a:lnTo>
                  <a:close/>
                </a:path>
              </a:pathLst>
            </a:custGeom>
            <a:solidFill>
              <a:srgbClr val="D2EDFF"/>
            </a:solidFill>
          </p:spPr>
        </p:sp>
        <p:sp>
          <p:nvSpPr>
            <p:cNvPr name="Freeform 4" id="4"/>
            <p:cNvSpPr/>
            <p:nvPr/>
          </p:nvSpPr>
          <p:spPr>
            <a:xfrm flipH="false" flipV="false" rot="0">
              <a:off x="63500" y="570485"/>
              <a:ext cx="2734564" cy="1443738"/>
            </a:xfrm>
            <a:custGeom>
              <a:avLst/>
              <a:gdLst/>
              <a:ahLst/>
              <a:cxnLst/>
              <a:rect r="r" b="b" t="t" l="l"/>
              <a:pathLst>
                <a:path h="1443738" w="2734564">
                  <a:moveTo>
                    <a:pt x="0" y="0"/>
                  </a:moveTo>
                  <a:lnTo>
                    <a:pt x="0" y="1443738"/>
                  </a:lnTo>
                  <a:lnTo>
                    <a:pt x="2734564" y="1443738"/>
                  </a:lnTo>
                  <a:lnTo>
                    <a:pt x="0" y="0"/>
                  </a:lnTo>
                  <a:close/>
                </a:path>
              </a:pathLst>
            </a:custGeom>
            <a:solidFill>
              <a:srgbClr val="312F84"/>
            </a:solidFill>
          </p:spPr>
        </p:sp>
        <p:sp>
          <p:nvSpPr>
            <p:cNvPr name="Freeform 5" id="5"/>
            <p:cNvSpPr/>
            <p:nvPr/>
          </p:nvSpPr>
          <p:spPr>
            <a:xfrm flipH="false" flipV="false" rot="0">
              <a:off x="63500" y="66294"/>
              <a:ext cx="2739009" cy="1947929"/>
            </a:xfrm>
            <a:custGeom>
              <a:avLst/>
              <a:gdLst/>
              <a:ahLst/>
              <a:cxnLst/>
              <a:rect r="r" b="b" t="t" l="l"/>
              <a:pathLst>
                <a:path h="1947929" w="2739009">
                  <a:moveTo>
                    <a:pt x="0" y="0"/>
                  </a:moveTo>
                  <a:lnTo>
                    <a:pt x="0" y="504191"/>
                  </a:lnTo>
                  <a:lnTo>
                    <a:pt x="2734564" y="1947929"/>
                  </a:lnTo>
                  <a:lnTo>
                    <a:pt x="2739009" y="1947929"/>
                  </a:lnTo>
                  <a:lnTo>
                    <a:pt x="0" y="0"/>
                  </a:lnTo>
                  <a:close/>
                </a:path>
              </a:pathLst>
            </a:custGeom>
            <a:solidFill>
              <a:srgbClr val="80B2E8"/>
            </a:solidFill>
          </p:spPr>
        </p:sp>
      </p:grpSp>
      <p:grpSp>
        <p:nvGrpSpPr>
          <p:cNvPr name="Group 6" id="6"/>
          <p:cNvGrpSpPr/>
          <p:nvPr/>
        </p:nvGrpSpPr>
        <p:grpSpPr>
          <a:xfrm rot="0">
            <a:off x="1530125" y="1028700"/>
            <a:ext cx="656749" cy="379619"/>
            <a:chOff x="0" y="0"/>
            <a:chExt cx="656755" cy="379616"/>
          </a:xfrm>
        </p:grpSpPr>
        <p:sp>
          <p:nvSpPr>
            <p:cNvPr name="Freeform 7" id="7"/>
            <p:cNvSpPr/>
            <p:nvPr/>
          </p:nvSpPr>
          <p:spPr>
            <a:xfrm flipH="false" flipV="false" rot="0">
              <a:off x="0" y="0"/>
              <a:ext cx="656848" cy="379599"/>
            </a:xfrm>
            <a:custGeom>
              <a:avLst/>
              <a:gdLst/>
              <a:ahLst/>
              <a:cxnLst/>
              <a:rect r="r" b="b" t="t" l="l"/>
              <a:pathLst>
                <a:path h="379599" w="656848">
                  <a:moveTo>
                    <a:pt x="17272" y="0"/>
                  </a:moveTo>
                  <a:cubicBezTo>
                    <a:pt x="14986" y="0"/>
                    <a:pt x="12827" y="381"/>
                    <a:pt x="10668" y="1270"/>
                  </a:cubicBezTo>
                  <a:cubicBezTo>
                    <a:pt x="8509" y="2159"/>
                    <a:pt x="6731" y="3429"/>
                    <a:pt x="5080" y="5080"/>
                  </a:cubicBezTo>
                  <a:cubicBezTo>
                    <a:pt x="3429" y="6731"/>
                    <a:pt x="2159" y="8509"/>
                    <a:pt x="1270" y="10668"/>
                  </a:cubicBezTo>
                  <a:cubicBezTo>
                    <a:pt x="381" y="12827"/>
                    <a:pt x="0" y="14986"/>
                    <a:pt x="0" y="17272"/>
                  </a:cubicBezTo>
                  <a:cubicBezTo>
                    <a:pt x="0" y="19558"/>
                    <a:pt x="381" y="21717"/>
                    <a:pt x="1270" y="23876"/>
                  </a:cubicBezTo>
                  <a:cubicBezTo>
                    <a:pt x="2159" y="26035"/>
                    <a:pt x="3429" y="27813"/>
                    <a:pt x="5080" y="29464"/>
                  </a:cubicBezTo>
                  <a:cubicBezTo>
                    <a:pt x="6731" y="31115"/>
                    <a:pt x="8636" y="32385"/>
                    <a:pt x="10668" y="33274"/>
                  </a:cubicBezTo>
                  <a:cubicBezTo>
                    <a:pt x="12700" y="34163"/>
                    <a:pt x="14986" y="34544"/>
                    <a:pt x="17272" y="34544"/>
                  </a:cubicBezTo>
                  <a:lnTo>
                    <a:pt x="640084" y="34544"/>
                  </a:lnTo>
                  <a:cubicBezTo>
                    <a:pt x="642370" y="34544"/>
                    <a:pt x="644529" y="34163"/>
                    <a:pt x="646688" y="33274"/>
                  </a:cubicBezTo>
                  <a:cubicBezTo>
                    <a:pt x="648847" y="32385"/>
                    <a:pt x="650625" y="31115"/>
                    <a:pt x="652276" y="29464"/>
                  </a:cubicBezTo>
                  <a:cubicBezTo>
                    <a:pt x="653927" y="27813"/>
                    <a:pt x="655197" y="25908"/>
                    <a:pt x="656086" y="23876"/>
                  </a:cubicBezTo>
                  <a:cubicBezTo>
                    <a:pt x="656340" y="23114"/>
                    <a:pt x="656594" y="22352"/>
                    <a:pt x="656848" y="21717"/>
                  </a:cubicBezTo>
                  <a:lnTo>
                    <a:pt x="656848" y="12827"/>
                  </a:lnTo>
                  <a:cubicBezTo>
                    <a:pt x="656594" y="12192"/>
                    <a:pt x="656340" y="11430"/>
                    <a:pt x="655959" y="10668"/>
                  </a:cubicBezTo>
                  <a:cubicBezTo>
                    <a:pt x="655070" y="8509"/>
                    <a:pt x="653800" y="6731"/>
                    <a:pt x="652149" y="5080"/>
                  </a:cubicBezTo>
                  <a:cubicBezTo>
                    <a:pt x="650498" y="3429"/>
                    <a:pt x="648593" y="2159"/>
                    <a:pt x="646561" y="1270"/>
                  </a:cubicBezTo>
                  <a:cubicBezTo>
                    <a:pt x="644529" y="381"/>
                    <a:pt x="642243" y="0"/>
                    <a:pt x="639957" y="0"/>
                  </a:cubicBezTo>
                  <a:close/>
                  <a:moveTo>
                    <a:pt x="639957" y="172464"/>
                  </a:moveTo>
                  <a:cubicBezTo>
                    <a:pt x="637671" y="172464"/>
                    <a:pt x="635512" y="172845"/>
                    <a:pt x="633353" y="173734"/>
                  </a:cubicBezTo>
                  <a:cubicBezTo>
                    <a:pt x="631194" y="174623"/>
                    <a:pt x="629416" y="175893"/>
                    <a:pt x="627765" y="177544"/>
                  </a:cubicBezTo>
                  <a:cubicBezTo>
                    <a:pt x="626114" y="179195"/>
                    <a:pt x="624844" y="180973"/>
                    <a:pt x="623955" y="183132"/>
                  </a:cubicBezTo>
                  <a:cubicBezTo>
                    <a:pt x="623066" y="185291"/>
                    <a:pt x="622685" y="187450"/>
                    <a:pt x="622685" y="189736"/>
                  </a:cubicBezTo>
                  <a:cubicBezTo>
                    <a:pt x="622685" y="192022"/>
                    <a:pt x="623066" y="194181"/>
                    <a:pt x="623955" y="196340"/>
                  </a:cubicBezTo>
                  <a:cubicBezTo>
                    <a:pt x="624844" y="198499"/>
                    <a:pt x="626114" y="200277"/>
                    <a:pt x="627765" y="201928"/>
                  </a:cubicBezTo>
                  <a:cubicBezTo>
                    <a:pt x="629416" y="203579"/>
                    <a:pt x="631321" y="204849"/>
                    <a:pt x="633353" y="205738"/>
                  </a:cubicBezTo>
                  <a:cubicBezTo>
                    <a:pt x="635385" y="206627"/>
                    <a:pt x="637671" y="207008"/>
                    <a:pt x="639957" y="207008"/>
                  </a:cubicBezTo>
                  <a:lnTo>
                    <a:pt x="640084" y="207008"/>
                  </a:lnTo>
                  <a:cubicBezTo>
                    <a:pt x="642370" y="207008"/>
                    <a:pt x="644529" y="206627"/>
                    <a:pt x="646688" y="205738"/>
                  </a:cubicBezTo>
                  <a:cubicBezTo>
                    <a:pt x="648847" y="204849"/>
                    <a:pt x="650625" y="203579"/>
                    <a:pt x="652276" y="201928"/>
                  </a:cubicBezTo>
                  <a:cubicBezTo>
                    <a:pt x="653927" y="200277"/>
                    <a:pt x="655197" y="198372"/>
                    <a:pt x="656086" y="196340"/>
                  </a:cubicBezTo>
                  <a:cubicBezTo>
                    <a:pt x="656340" y="195578"/>
                    <a:pt x="656594" y="194816"/>
                    <a:pt x="656848" y="194181"/>
                  </a:cubicBezTo>
                  <a:lnTo>
                    <a:pt x="656848" y="185418"/>
                  </a:lnTo>
                  <a:cubicBezTo>
                    <a:pt x="656594" y="184656"/>
                    <a:pt x="656340" y="183894"/>
                    <a:pt x="656086" y="183259"/>
                  </a:cubicBezTo>
                  <a:cubicBezTo>
                    <a:pt x="655197" y="181100"/>
                    <a:pt x="653927" y="179322"/>
                    <a:pt x="652276" y="177671"/>
                  </a:cubicBezTo>
                  <a:cubicBezTo>
                    <a:pt x="650625" y="176020"/>
                    <a:pt x="648720" y="174750"/>
                    <a:pt x="646688" y="173861"/>
                  </a:cubicBezTo>
                  <a:cubicBezTo>
                    <a:pt x="644656" y="172972"/>
                    <a:pt x="642370" y="172591"/>
                    <a:pt x="640084" y="172591"/>
                  </a:cubicBezTo>
                  <a:close/>
                  <a:moveTo>
                    <a:pt x="640084" y="345056"/>
                  </a:moveTo>
                  <a:cubicBezTo>
                    <a:pt x="637798" y="345056"/>
                    <a:pt x="635639" y="345437"/>
                    <a:pt x="633480" y="346326"/>
                  </a:cubicBezTo>
                  <a:cubicBezTo>
                    <a:pt x="631321" y="347215"/>
                    <a:pt x="629543" y="348485"/>
                    <a:pt x="627892" y="350136"/>
                  </a:cubicBezTo>
                  <a:cubicBezTo>
                    <a:pt x="626241" y="351787"/>
                    <a:pt x="624971" y="353564"/>
                    <a:pt x="624082" y="355723"/>
                  </a:cubicBezTo>
                  <a:cubicBezTo>
                    <a:pt x="623193" y="357882"/>
                    <a:pt x="622812" y="360041"/>
                    <a:pt x="622812" y="362327"/>
                  </a:cubicBezTo>
                  <a:cubicBezTo>
                    <a:pt x="622812" y="364613"/>
                    <a:pt x="623193" y="366772"/>
                    <a:pt x="624082" y="368931"/>
                  </a:cubicBezTo>
                  <a:cubicBezTo>
                    <a:pt x="624971" y="371090"/>
                    <a:pt x="626241" y="372868"/>
                    <a:pt x="627892" y="374519"/>
                  </a:cubicBezTo>
                  <a:cubicBezTo>
                    <a:pt x="629543" y="376170"/>
                    <a:pt x="631448" y="377440"/>
                    <a:pt x="633480" y="378329"/>
                  </a:cubicBezTo>
                  <a:cubicBezTo>
                    <a:pt x="635512" y="379218"/>
                    <a:pt x="637798" y="379599"/>
                    <a:pt x="640084" y="379599"/>
                  </a:cubicBezTo>
                  <a:cubicBezTo>
                    <a:pt x="642370" y="379599"/>
                    <a:pt x="644529" y="379218"/>
                    <a:pt x="646688" y="378329"/>
                  </a:cubicBezTo>
                  <a:cubicBezTo>
                    <a:pt x="648847" y="377440"/>
                    <a:pt x="650625" y="376170"/>
                    <a:pt x="652276" y="374519"/>
                  </a:cubicBezTo>
                  <a:cubicBezTo>
                    <a:pt x="653927" y="372868"/>
                    <a:pt x="655197" y="370963"/>
                    <a:pt x="656086" y="368931"/>
                  </a:cubicBezTo>
                  <a:cubicBezTo>
                    <a:pt x="656340" y="368169"/>
                    <a:pt x="656594" y="367407"/>
                    <a:pt x="656848" y="366772"/>
                  </a:cubicBezTo>
                  <a:lnTo>
                    <a:pt x="656848" y="358009"/>
                  </a:lnTo>
                  <a:cubicBezTo>
                    <a:pt x="656594" y="357247"/>
                    <a:pt x="656340" y="356485"/>
                    <a:pt x="656086" y="355850"/>
                  </a:cubicBezTo>
                  <a:cubicBezTo>
                    <a:pt x="655197" y="353691"/>
                    <a:pt x="653927" y="351914"/>
                    <a:pt x="652276" y="350263"/>
                  </a:cubicBezTo>
                  <a:cubicBezTo>
                    <a:pt x="650625" y="348612"/>
                    <a:pt x="648720" y="347342"/>
                    <a:pt x="646688" y="346453"/>
                  </a:cubicBezTo>
                  <a:cubicBezTo>
                    <a:pt x="644656" y="345564"/>
                    <a:pt x="642370" y="345183"/>
                    <a:pt x="640084" y="345183"/>
                  </a:cubicBezTo>
                  <a:close/>
                </a:path>
              </a:pathLst>
            </a:custGeom>
            <a:solidFill>
              <a:srgbClr val="FFFFFF"/>
            </a:solidFill>
          </p:spPr>
        </p:sp>
      </p:grpSp>
      <p:grpSp>
        <p:nvGrpSpPr>
          <p:cNvPr name="Group 8" id="8"/>
          <p:cNvGrpSpPr/>
          <p:nvPr/>
        </p:nvGrpSpPr>
        <p:grpSpPr>
          <a:xfrm rot="0">
            <a:off x="12609119" y="2262997"/>
            <a:ext cx="1278331" cy="1278331"/>
            <a:chOff x="0" y="0"/>
            <a:chExt cx="1278331" cy="1278331"/>
          </a:xfrm>
        </p:grpSpPr>
        <p:sp>
          <p:nvSpPr>
            <p:cNvPr name="Freeform 9" id="9"/>
            <p:cNvSpPr/>
            <p:nvPr/>
          </p:nvSpPr>
          <p:spPr>
            <a:xfrm flipH="false" flipV="false" rot="0">
              <a:off x="63500" y="537463"/>
              <a:ext cx="112903" cy="45212"/>
            </a:xfrm>
            <a:custGeom>
              <a:avLst/>
              <a:gdLst/>
              <a:ahLst/>
              <a:cxnLst/>
              <a:rect r="r" b="b" t="t" l="l"/>
              <a:pathLst>
                <a:path h="45212" w="112903">
                  <a:moveTo>
                    <a:pt x="22606" y="127"/>
                  </a:moveTo>
                  <a:cubicBezTo>
                    <a:pt x="10160" y="127"/>
                    <a:pt x="127" y="10160"/>
                    <a:pt x="0" y="22479"/>
                  </a:cubicBezTo>
                  <a:lnTo>
                    <a:pt x="0" y="22860"/>
                  </a:lnTo>
                  <a:cubicBezTo>
                    <a:pt x="127" y="35179"/>
                    <a:pt x="10160" y="45212"/>
                    <a:pt x="22606" y="45212"/>
                  </a:cubicBezTo>
                  <a:lnTo>
                    <a:pt x="90297" y="45212"/>
                  </a:lnTo>
                  <a:cubicBezTo>
                    <a:pt x="102743" y="45212"/>
                    <a:pt x="112903" y="35052"/>
                    <a:pt x="112903" y="22606"/>
                  </a:cubicBezTo>
                  <a:cubicBezTo>
                    <a:pt x="112903" y="10160"/>
                    <a:pt x="102743" y="0"/>
                    <a:pt x="90297" y="0"/>
                  </a:cubicBezTo>
                  <a:close/>
                </a:path>
              </a:pathLst>
            </a:custGeom>
            <a:solidFill>
              <a:srgbClr val="101824"/>
            </a:solidFill>
          </p:spPr>
        </p:sp>
        <p:sp>
          <p:nvSpPr>
            <p:cNvPr name="Freeform 10" id="10"/>
            <p:cNvSpPr/>
            <p:nvPr/>
          </p:nvSpPr>
          <p:spPr>
            <a:xfrm flipH="false" flipV="false" rot="0">
              <a:off x="105950" y="402113"/>
              <a:ext cx="92900" cy="92900"/>
            </a:xfrm>
            <a:custGeom>
              <a:avLst/>
              <a:gdLst/>
              <a:ahLst/>
              <a:cxnLst/>
              <a:rect r="r" b="b" t="t" l="l"/>
              <a:pathLst>
                <a:path h="92900" w="92900">
                  <a:moveTo>
                    <a:pt x="38449" y="6572"/>
                  </a:moveTo>
                  <a:cubicBezTo>
                    <a:pt x="29686" y="-2191"/>
                    <a:pt x="15335" y="-2191"/>
                    <a:pt x="6572" y="6572"/>
                  </a:cubicBezTo>
                  <a:cubicBezTo>
                    <a:pt x="-2191" y="15335"/>
                    <a:pt x="-2191" y="29686"/>
                    <a:pt x="6572" y="38449"/>
                  </a:cubicBezTo>
                  <a:lnTo>
                    <a:pt x="54451" y="86328"/>
                  </a:lnTo>
                  <a:cubicBezTo>
                    <a:pt x="63214" y="95091"/>
                    <a:pt x="77565" y="95091"/>
                    <a:pt x="86328" y="86328"/>
                  </a:cubicBezTo>
                  <a:cubicBezTo>
                    <a:pt x="95091" y="77565"/>
                    <a:pt x="95091" y="63214"/>
                    <a:pt x="86328" y="54451"/>
                  </a:cubicBezTo>
                  <a:lnTo>
                    <a:pt x="38449" y="6572"/>
                  </a:lnTo>
                  <a:close/>
                </a:path>
              </a:pathLst>
            </a:custGeom>
            <a:solidFill>
              <a:srgbClr val="101824"/>
            </a:solidFill>
          </p:spPr>
        </p:sp>
        <p:sp>
          <p:nvSpPr>
            <p:cNvPr name="Freeform 11" id="11"/>
            <p:cNvSpPr/>
            <p:nvPr/>
          </p:nvSpPr>
          <p:spPr>
            <a:xfrm flipH="false" flipV="false" rot="0">
              <a:off x="105950" y="625252"/>
              <a:ext cx="92900" cy="92900"/>
            </a:xfrm>
            <a:custGeom>
              <a:avLst/>
              <a:gdLst/>
              <a:ahLst/>
              <a:cxnLst/>
              <a:rect r="r" b="b" t="t" l="l"/>
              <a:pathLst>
                <a:path h="92900" w="92900">
                  <a:moveTo>
                    <a:pt x="54451" y="6445"/>
                  </a:moveTo>
                  <a:lnTo>
                    <a:pt x="6572" y="54451"/>
                  </a:lnTo>
                  <a:cubicBezTo>
                    <a:pt x="-2191" y="63214"/>
                    <a:pt x="-2191" y="77565"/>
                    <a:pt x="6572" y="86328"/>
                  </a:cubicBezTo>
                  <a:cubicBezTo>
                    <a:pt x="15335" y="95091"/>
                    <a:pt x="29686" y="95091"/>
                    <a:pt x="38449" y="86328"/>
                  </a:cubicBezTo>
                  <a:lnTo>
                    <a:pt x="86328" y="38449"/>
                  </a:lnTo>
                  <a:cubicBezTo>
                    <a:pt x="95091" y="29686"/>
                    <a:pt x="95091" y="15335"/>
                    <a:pt x="86328" y="6572"/>
                  </a:cubicBezTo>
                  <a:cubicBezTo>
                    <a:pt x="77565" y="-2191"/>
                    <a:pt x="63214" y="-2191"/>
                    <a:pt x="54451" y="6572"/>
                  </a:cubicBezTo>
                  <a:close/>
                </a:path>
              </a:pathLst>
            </a:custGeom>
            <a:solidFill>
              <a:srgbClr val="101824"/>
            </a:solidFill>
          </p:spPr>
        </p:sp>
        <p:sp>
          <p:nvSpPr>
            <p:cNvPr name="Freeform 12" id="12"/>
            <p:cNvSpPr/>
            <p:nvPr/>
          </p:nvSpPr>
          <p:spPr>
            <a:xfrm flipH="false" flipV="false" rot="0">
              <a:off x="1101977" y="537590"/>
              <a:ext cx="112903" cy="45212"/>
            </a:xfrm>
            <a:custGeom>
              <a:avLst/>
              <a:gdLst/>
              <a:ahLst/>
              <a:cxnLst/>
              <a:rect r="r" b="b" t="t" l="l"/>
              <a:pathLst>
                <a:path h="45212" w="112903">
                  <a:moveTo>
                    <a:pt x="90297" y="0"/>
                  </a:moveTo>
                  <a:lnTo>
                    <a:pt x="22606" y="0"/>
                  </a:lnTo>
                  <a:cubicBezTo>
                    <a:pt x="10160" y="0"/>
                    <a:pt x="0" y="10160"/>
                    <a:pt x="0" y="22606"/>
                  </a:cubicBezTo>
                  <a:cubicBezTo>
                    <a:pt x="0" y="35052"/>
                    <a:pt x="10160" y="45212"/>
                    <a:pt x="22606" y="45212"/>
                  </a:cubicBezTo>
                  <a:lnTo>
                    <a:pt x="90297" y="45212"/>
                  </a:lnTo>
                  <a:cubicBezTo>
                    <a:pt x="102743" y="45212"/>
                    <a:pt x="112903" y="35052"/>
                    <a:pt x="112903" y="22606"/>
                  </a:cubicBezTo>
                  <a:cubicBezTo>
                    <a:pt x="112903" y="10160"/>
                    <a:pt x="102743" y="0"/>
                    <a:pt x="90297" y="0"/>
                  </a:cubicBezTo>
                  <a:close/>
                </a:path>
              </a:pathLst>
            </a:custGeom>
            <a:solidFill>
              <a:srgbClr val="101824"/>
            </a:solidFill>
          </p:spPr>
        </p:sp>
        <p:sp>
          <p:nvSpPr>
            <p:cNvPr name="Freeform 13" id="13"/>
            <p:cNvSpPr/>
            <p:nvPr/>
          </p:nvSpPr>
          <p:spPr>
            <a:xfrm flipH="false" flipV="false" rot="0">
              <a:off x="1079530" y="402240"/>
              <a:ext cx="92900" cy="92900"/>
            </a:xfrm>
            <a:custGeom>
              <a:avLst/>
              <a:gdLst/>
              <a:ahLst/>
              <a:cxnLst/>
              <a:rect r="r" b="b" t="t" l="l"/>
              <a:pathLst>
                <a:path h="92900" w="92900">
                  <a:moveTo>
                    <a:pt x="6445" y="86328"/>
                  </a:moveTo>
                  <a:cubicBezTo>
                    <a:pt x="15208" y="95091"/>
                    <a:pt x="29559" y="95091"/>
                    <a:pt x="38322" y="86328"/>
                  </a:cubicBezTo>
                  <a:lnTo>
                    <a:pt x="86328" y="38449"/>
                  </a:lnTo>
                  <a:cubicBezTo>
                    <a:pt x="95091" y="29686"/>
                    <a:pt x="95091" y="15335"/>
                    <a:pt x="86328" y="6572"/>
                  </a:cubicBezTo>
                  <a:cubicBezTo>
                    <a:pt x="77565" y="-2191"/>
                    <a:pt x="63214" y="-2191"/>
                    <a:pt x="54451" y="6572"/>
                  </a:cubicBezTo>
                  <a:lnTo>
                    <a:pt x="6572" y="54451"/>
                  </a:lnTo>
                  <a:cubicBezTo>
                    <a:pt x="-2191" y="63214"/>
                    <a:pt x="-2191" y="77565"/>
                    <a:pt x="6572" y="86328"/>
                  </a:cubicBezTo>
                  <a:close/>
                </a:path>
              </a:pathLst>
            </a:custGeom>
            <a:solidFill>
              <a:srgbClr val="101824"/>
            </a:solidFill>
          </p:spPr>
        </p:sp>
        <p:sp>
          <p:nvSpPr>
            <p:cNvPr name="Freeform 14" id="14"/>
            <p:cNvSpPr/>
            <p:nvPr/>
          </p:nvSpPr>
          <p:spPr>
            <a:xfrm flipH="false" flipV="false" rot="0">
              <a:off x="1079530" y="625125"/>
              <a:ext cx="92900" cy="92900"/>
            </a:xfrm>
            <a:custGeom>
              <a:avLst/>
              <a:gdLst/>
              <a:ahLst/>
              <a:cxnLst/>
              <a:rect r="r" b="b" t="t" l="l"/>
              <a:pathLst>
                <a:path h="92900" w="92900">
                  <a:moveTo>
                    <a:pt x="38449" y="6572"/>
                  </a:moveTo>
                  <a:cubicBezTo>
                    <a:pt x="29686" y="-2191"/>
                    <a:pt x="15335" y="-2191"/>
                    <a:pt x="6572" y="6572"/>
                  </a:cubicBezTo>
                  <a:cubicBezTo>
                    <a:pt x="-2191" y="15335"/>
                    <a:pt x="-2191" y="29686"/>
                    <a:pt x="6572" y="38449"/>
                  </a:cubicBezTo>
                  <a:lnTo>
                    <a:pt x="54451" y="86328"/>
                  </a:lnTo>
                  <a:cubicBezTo>
                    <a:pt x="63214" y="95091"/>
                    <a:pt x="77565" y="95091"/>
                    <a:pt x="86328" y="86328"/>
                  </a:cubicBezTo>
                  <a:cubicBezTo>
                    <a:pt x="95091" y="77565"/>
                    <a:pt x="95091" y="63214"/>
                    <a:pt x="86328" y="54451"/>
                  </a:cubicBezTo>
                  <a:lnTo>
                    <a:pt x="38449" y="6572"/>
                  </a:lnTo>
                  <a:close/>
                </a:path>
              </a:pathLst>
            </a:custGeom>
            <a:solidFill>
              <a:srgbClr val="101824"/>
            </a:solidFill>
          </p:spPr>
        </p:sp>
        <p:sp>
          <p:nvSpPr>
            <p:cNvPr name="Freeform 15" id="15"/>
            <p:cNvSpPr/>
            <p:nvPr/>
          </p:nvSpPr>
          <p:spPr>
            <a:xfrm flipH="false" flipV="false" rot="0">
              <a:off x="311803" y="63500"/>
              <a:ext cx="767695" cy="1151380"/>
            </a:xfrm>
            <a:custGeom>
              <a:avLst/>
              <a:gdLst/>
              <a:ahLst/>
              <a:cxnLst/>
              <a:rect r="r" b="b" t="t" l="l"/>
              <a:pathLst>
                <a:path h="1151380" w="767695">
                  <a:moveTo>
                    <a:pt x="541889" y="45212"/>
                  </a:moveTo>
                  <a:cubicBezTo>
                    <a:pt x="641457" y="45212"/>
                    <a:pt x="722483" y="126238"/>
                    <a:pt x="722483" y="225805"/>
                  </a:cubicBezTo>
                  <a:cubicBezTo>
                    <a:pt x="722483" y="325373"/>
                    <a:pt x="641457" y="406399"/>
                    <a:pt x="541889" y="406399"/>
                  </a:cubicBezTo>
                  <a:cubicBezTo>
                    <a:pt x="442322" y="406399"/>
                    <a:pt x="361169" y="325373"/>
                    <a:pt x="361169" y="225805"/>
                  </a:cubicBezTo>
                  <a:cubicBezTo>
                    <a:pt x="361169" y="126238"/>
                    <a:pt x="442195" y="45212"/>
                    <a:pt x="541889" y="45212"/>
                  </a:cubicBezTo>
                  <a:close/>
                  <a:moveTo>
                    <a:pt x="293478" y="564387"/>
                  </a:moveTo>
                  <a:cubicBezTo>
                    <a:pt x="318370" y="564387"/>
                    <a:pt x="338690" y="584580"/>
                    <a:pt x="338690" y="609599"/>
                  </a:cubicBezTo>
                  <a:cubicBezTo>
                    <a:pt x="338690" y="634618"/>
                    <a:pt x="318497" y="654811"/>
                    <a:pt x="293478" y="654811"/>
                  </a:cubicBezTo>
                  <a:cubicBezTo>
                    <a:pt x="268459" y="654811"/>
                    <a:pt x="248266" y="634618"/>
                    <a:pt x="248266" y="609599"/>
                  </a:cubicBezTo>
                  <a:cubicBezTo>
                    <a:pt x="248266" y="584580"/>
                    <a:pt x="268459" y="564387"/>
                    <a:pt x="293478" y="564387"/>
                  </a:cubicBezTo>
                  <a:close/>
                  <a:moveTo>
                    <a:pt x="293605" y="225678"/>
                  </a:moveTo>
                  <a:cubicBezTo>
                    <a:pt x="301098" y="225678"/>
                    <a:pt x="308591" y="226059"/>
                    <a:pt x="316084" y="226694"/>
                  </a:cubicBezTo>
                  <a:cubicBezTo>
                    <a:pt x="316592" y="350392"/>
                    <a:pt x="417176" y="450849"/>
                    <a:pt x="540746" y="451484"/>
                  </a:cubicBezTo>
                  <a:cubicBezTo>
                    <a:pt x="546080" y="510285"/>
                    <a:pt x="530078" y="570102"/>
                    <a:pt x="495662" y="618362"/>
                  </a:cubicBezTo>
                  <a:cubicBezTo>
                    <a:pt x="431400" y="708151"/>
                    <a:pt x="393554" y="814068"/>
                    <a:pt x="385426" y="925574"/>
                  </a:cubicBezTo>
                  <a:lnTo>
                    <a:pt x="316084" y="925574"/>
                  </a:lnTo>
                  <a:lnTo>
                    <a:pt x="316084" y="696975"/>
                  </a:lnTo>
                  <a:cubicBezTo>
                    <a:pt x="354946" y="686942"/>
                    <a:pt x="383775" y="651509"/>
                    <a:pt x="383775" y="609472"/>
                  </a:cubicBezTo>
                  <a:cubicBezTo>
                    <a:pt x="383775" y="559688"/>
                    <a:pt x="343262" y="519175"/>
                    <a:pt x="293478" y="519175"/>
                  </a:cubicBezTo>
                  <a:cubicBezTo>
                    <a:pt x="243694" y="519175"/>
                    <a:pt x="203181" y="559688"/>
                    <a:pt x="203181" y="609472"/>
                  </a:cubicBezTo>
                  <a:cubicBezTo>
                    <a:pt x="203181" y="651509"/>
                    <a:pt x="232010" y="686815"/>
                    <a:pt x="270872" y="696975"/>
                  </a:cubicBezTo>
                  <a:lnTo>
                    <a:pt x="270872" y="925574"/>
                  </a:lnTo>
                  <a:lnTo>
                    <a:pt x="202292" y="925574"/>
                  </a:lnTo>
                  <a:cubicBezTo>
                    <a:pt x="195942" y="816608"/>
                    <a:pt x="157969" y="710945"/>
                    <a:pt x="91802" y="618870"/>
                  </a:cubicBezTo>
                  <a:cubicBezTo>
                    <a:pt x="16491" y="514095"/>
                    <a:pt x="33763" y="367918"/>
                    <a:pt x="134855" y="283463"/>
                  </a:cubicBezTo>
                  <a:cubicBezTo>
                    <a:pt x="179940" y="245871"/>
                    <a:pt x="236201" y="225678"/>
                    <a:pt x="293605" y="225678"/>
                  </a:cubicBezTo>
                  <a:close/>
                  <a:moveTo>
                    <a:pt x="180575" y="970659"/>
                  </a:moveTo>
                  <a:cubicBezTo>
                    <a:pt x="432289" y="970659"/>
                    <a:pt x="404603" y="970659"/>
                    <a:pt x="406762" y="970659"/>
                  </a:cubicBezTo>
                  <a:cubicBezTo>
                    <a:pt x="418954" y="970913"/>
                    <a:pt x="428860" y="980946"/>
                    <a:pt x="428860" y="993265"/>
                  </a:cubicBezTo>
                  <a:cubicBezTo>
                    <a:pt x="428860" y="1005711"/>
                    <a:pt x="418700" y="1015871"/>
                    <a:pt x="406254" y="1015871"/>
                  </a:cubicBezTo>
                  <a:lnTo>
                    <a:pt x="180575" y="1015871"/>
                  </a:lnTo>
                  <a:cubicBezTo>
                    <a:pt x="168129" y="1015871"/>
                    <a:pt x="157969" y="1005711"/>
                    <a:pt x="157969" y="993265"/>
                  </a:cubicBezTo>
                  <a:cubicBezTo>
                    <a:pt x="157969" y="980819"/>
                    <a:pt x="168129" y="970659"/>
                    <a:pt x="180575" y="970659"/>
                  </a:cubicBezTo>
                  <a:close/>
                  <a:moveTo>
                    <a:pt x="357359" y="1060956"/>
                  </a:moveTo>
                  <a:cubicBezTo>
                    <a:pt x="348088" y="1087245"/>
                    <a:pt x="322942" y="1106168"/>
                    <a:pt x="293478" y="1106168"/>
                  </a:cubicBezTo>
                  <a:cubicBezTo>
                    <a:pt x="264014" y="1106168"/>
                    <a:pt x="238995" y="1087245"/>
                    <a:pt x="229597" y="1060956"/>
                  </a:cubicBezTo>
                  <a:close/>
                  <a:moveTo>
                    <a:pt x="541254" y="0"/>
                  </a:moveTo>
                  <a:cubicBezTo>
                    <a:pt x="432035" y="254"/>
                    <a:pt x="340849" y="78486"/>
                    <a:pt x="320402" y="181864"/>
                  </a:cubicBezTo>
                  <a:cubicBezTo>
                    <a:pt x="311512" y="181102"/>
                    <a:pt x="302495" y="180594"/>
                    <a:pt x="293605" y="180594"/>
                  </a:cubicBezTo>
                  <a:cubicBezTo>
                    <a:pt x="225533" y="180594"/>
                    <a:pt x="159239" y="204342"/>
                    <a:pt x="105899" y="248919"/>
                  </a:cubicBezTo>
                  <a:cubicBezTo>
                    <a:pt x="-13354" y="348487"/>
                    <a:pt x="-34182" y="521207"/>
                    <a:pt x="55099" y="645286"/>
                  </a:cubicBezTo>
                  <a:cubicBezTo>
                    <a:pt x="116567" y="730883"/>
                    <a:pt x="151746" y="828800"/>
                    <a:pt x="157334" y="929765"/>
                  </a:cubicBezTo>
                  <a:cubicBezTo>
                    <a:pt x="131426" y="939290"/>
                    <a:pt x="113011" y="964182"/>
                    <a:pt x="113011" y="993392"/>
                  </a:cubicBezTo>
                  <a:cubicBezTo>
                    <a:pt x="113011" y="1030730"/>
                    <a:pt x="143364" y="1061083"/>
                    <a:pt x="180702" y="1061083"/>
                  </a:cubicBezTo>
                  <a:lnTo>
                    <a:pt x="182988" y="1061083"/>
                  </a:lnTo>
                  <a:cubicBezTo>
                    <a:pt x="193529" y="1112518"/>
                    <a:pt x="239122" y="1151380"/>
                    <a:pt x="293605" y="1151380"/>
                  </a:cubicBezTo>
                  <a:cubicBezTo>
                    <a:pt x="348088" y="1151380"/>
                    <a:pt x="393681" y="1112518"/>
                    <a:pt x="404222" y="1061083"/>
                  </a:cubicBezTo>
                  <a:lnTo>
                    <a:pt x="406508" y="1061083"/>
                  </a:lnTo>
                  <a:cubicBezTo>
                    <a:pt x="443846" y="1061083"/>
                    <a:pt x="474199" y="1030730"/>
                    <a:pt x="474199" y="993392"/>
                  </a:cubicBezTo>
                  <a:cubicBezTo>
                    <a:pt x="474199" y="964563"/>
                    <a:pt x="456038" y="939798"/>
                    <a:pt x="430511" y="930146"/>
                  </a:cubicBezTo>
                  <a:cubicBezTo>
                    <a:pt x="437877" y="826387"/>
                    <a:pt x="472929" y="728089"/>
                    <a:pt x="532491" y="644778"/>
                  </a:cubicBezTo>
                  <a:cubicBezTo>
                    <a:pt x="573258" y="587755"/>
                    <a:pt x="592181" y="517016"/>
                    <a:pt x="585831" y="447420"/>
                  </a:cubicBezTo>
                  <a:cubicBezTo>
                    <a:pt x="689336" y="426973"/>
                    <a:pt x="767695" y="335406"/>
                    <a:pt x="767695" y="225932"/>
                  </a:cubicBezTo>
                  <a:cubicBezTo>
                    <a:pt x="767695" y="101600"/>
                    <a:pt x="666730" y="508"/>
                    <a:pt x="542524" y="127"/>
                  </a:cubicBezTo>
                  <a:close/>
                </a:path>
              </a:pathLst>
            </a:custGeom>
            <a:solidFill>
              <a:srgbClr val="101824"/>
            </a:solidFill>
          </p:spPr>
        </p:sp>
        <p:sp>
          <p:nvSpPr>
            <p:cNvPr name="Freeform 16" id="16"/>
            <p:cNvSpPr/>
            <p:nvPr/>
          </p:nvSpPr>
          <p:spPr>
            <a:xfrm flipH="false" flipV="false" rot="0">
              <a:off x="746409" y="207549"/>
              <a:ext cx="214312" cy="163512"/>
            </a:xfrm>
            <a:custGeom>
              <a:avLst/>
              <a:gdLst/>
              <a:ahLst/>
              <a:cxnLst/>
              <a:rect r="r" b="b" t="t" l="l"/>
              <a:pathLst>
                <a:path h="163512" w="214312">
                  <a:moveTo>
                    <a:pt x="175863" y="6446"/>
                  </a:moveTo>
                  <a:lnTo>
                    <a:pt x="73247" y="109061"/>
                  </a:lnTo>
                  <a:lnTo>
                    <a:pt x="38450" y="74263"/>
                  </a:lnTo>
                  <a:cubicBezTo>
                    <a:pt x="29687" y="65500"/>
                    <a:pt x="15336" y="65500"/>
                    <a:pt x="6573" y="74263"/>
                  </a:cubicBezTo>
                  <a:cubicBezTo>
                    <a:pt x="-2190" y="83026"/>
                    <a:pt x="-2190" y="97377"/>
                    <a:pt x="6573" y="106140"/>
                  </a:cubicBezTo>
                  <a:lnTo>
                    <a:pt x="57373" y="156940"/>
                  </a:lnTo>
                  <a:cubicBezTo>
                    <a:pt x="66136" y="165703"/>
                    <a:pt x="80486" y="165703"/>
                    <a:pt x="89249" y="156940"/>
                  </a:cubicBezTo>
                  <a:lnTo>
                    <a:pt x="207740" y="38450"/>
                  </a:lnTo>
                  <a:cubicBezTo>
                    <a:pt x="216503" y="29687"/>
                    <a:pt x="216503" y="15336"/>
                    <a:pt x="207740" y="6573"/>
                  </a:cubicBezTo>
                  <a:cubicBezTo>
                    <a:pt x="198977" y="-2190"/>
                    <a:pt x="184626" y="-2190"/>
                    <a:pt x="175863" y="6573"/>
                  </a:cubicBezTo>
                  <a:close/>
                </a:path>
              </a:pathLst>
            </a:custGeom>
            <a:solidFill>
              <a:srgbClr val="101824"/>
            </a:solidFill>
          </p:spPr>
        </p:sp>
      </p:grpSp>
      <p:grpSp>
        <p:nvGrpSpPr>
          <p:cNvPr name="Group 17" id="17"/>
          <p:cNvGrpSpPr/>
          <p:nvPr/>
        </p:nvGrpSpPr>
        <p:grpSpPr>
          <a:xfrm rot="0">
            <a:off x="13848426" y="-63046"/>
            <a:ext cx="4498972" cy="2086727"/>
            <a:chOff x="0" y="0"/>
            <a:chExt cx="4498975" cy="2086737"/>
          </a:xfrm>
        </p:grpSpPr>
        <p:sp>
          <p:nvSpPr>
            <p:cNvPr name="Freeform 18" id="18"/>
            <p:cNvSpPr/>
            <p:nvPr/>
          </p:nvSpPr>
          <p:spPr>
            <a:xfrm flipH="false" flipV="false" rot="0">
              <a:off x="63500" y="63500"/>
              <a:ext cx="4371975" cy="1957964"/>
            </a:xfrm>
            <a:custGeom>
              <a:avLst/>
              <a:gdLst/>
              <a:ahLst/>
              <a:cxnLst/>
              <a:rect r="r" b="b" t="t" l="l"/>
              <a:pathLst>
                <a:path h="1957964" w="4371975">
                  <a:moveTo>
                    <a:pt x="0" y="0"/>
                  </a:moveTo>
                  <a:lnTo>
                    <a:pt x="4371975" y="1957964"/>
                  </a:lnTo>
                  <a:lnTo>
                    <a:pt x="4371975" y="1956948"/>
                  </a:lnTo>
                  <a:lnTo>
                    <a:pt x="1620266" y="0"/>
                  </a:lnTo>
                  <a:close/>
                </a:path>
              </a:pathLst>
            </a:custGeom>
            <a:solidFill>
              <a:srgbClr val="D2EDFF"/>
            </a:solidFill>
          </p:spPr>
        </p:sp>
        <p:sp>
          <p:nvSpPr>
            <p:cNvPr name="Freeform 19" id="19"/>
            <p:cNvSpPr/>
            <p:nvPr/>
          </p:nvSpPr>
          <p:spPr>
            <a:xfrm flipH="false" flipV="false" rot="0">
              <a:off x="1683766" y="63500"/>
              <a:ext cx="2751709" cy="1452757"/>
            </a:xfrm>
            <a:custGeom>
              <a:avLst/>
              <a:gdLst/>
              <a:ahLst/>
              <a:cxnLst/>
              <a:rect r="r" b="b" t="t" l="l"/>
              <a:pathLst>
                <a:path h="1452757" w="2751709">
                  <a:moveTo>
                    <a:pt x="0" y="0"/>
                  </a:moveTo>
                  <a:lnTo>
                    <a:pt x="2751709" y="1452757"/>
                  </a:lnTo>
                  <a:lnTo>
                    <a:pt x="2751709" y="0"/>
                  </a:lnTo>
                  <a:close/>
                </a:path>
              </a:pathLst>
            </a:custGeom>
            <a:solidFill>
              <a:srgbClr val="312F84"/>
            </a:solidFill>
          </p:spPr>
        </p:sp>
        <p:sp>
          <p:nvSpPr>
            <p:cNvPr name="Freeform 20" id="20"/>
            <p:cNvSpPr/>
            <p:nvPr/>
          </p:nvSpPr>
          <p:spPr>
            <a:xfrm flipH="false" flipV="false" rot="0">
              <a:off x="1683766" y="63500"/>
              <a:ext cx="2751709" cy="1956948"/>
            </a:xfrm>
            <a:custGeom>
              <a:avLst/>
              <a:gdLst/>
              <a:ahLst/>
              <a:cxnLst/>
              <a:rect r="r" b="b" t="t" l="l"/>
              <a:pathLst>
                <a:path h="1956948" w="2751709">
                  <a:moveTo>
                    <a:pt x="0" y="0"/>
                  </a:moveTo>
                  <a:lnTo>
                    <a:pt x="2751709" y="1956948"/>
                  </a:lnTo>
                  <a:lnTo>
                    <a:pt x="2751709" y="1452757"/>
                  </a:lnTo>
                  <a:lnTo>
                    <a:pt x="0" y="0"/>
                  </a:lnTo>
                  <a:close/>
                </a:path>
              </a:pathLst>
            </a:custGeom>
            <a:solidFill>
              <a:srgbClr val="80B2E8"/>
            </a:solidFill>
          </p:spPr>
        </p:sp>
      </p:grpSp>
      <p:grpSp>
        <p:nvGrpSpPr>
          <p:cNvPr name="Group 21" id="21"/>
          <p:cNvGrpSpPr/>
          <p:nvPr/>
        </p:nvGrpSpPr>
        <p:grpSpPr>
          <a:xfrm rot="0">
            <a:off x="382238" y="8844239"/>
            <a:ext cx="1295400" cy="1200150"/>
            <a:chOff x="0" y="0"/>
            <a:chExt cx="1727200" cy="1600200"/>
          </a:xfrm>
        </p:grpSpPr>
        <p:sp>
          <p:nvSpPr>
            <p:cNvPr name="Freeform 22" id="22"/>
            <p:cNvSpPr/>
            <p:nvPr/>
          </p:nvSpPr>
          <p:spPr>
            <a:xfrm flipH="false" flipV="false" rot="0">
              <a:off x="0" y="0"/>
              <a:ext cx="1727200" cy="1600200"/>
            </a:xfrm>
            <a:custGeom>
              <a:avLst/>
              <a:gdLst/>
              <a:ahLst/>
              <a:cxnLst/>
              <a:rect r="r" b="b" t="t" l="l"/>
              <a:pathLst>
                <a:path h="1600200" w="1727200">
                  <a:moveTo>
                    <a:pt x="0" y="0"/>
                  </a:moveTo>
                  <a:lnTo>
                    <a:pt x="1727200" y="0"/>
                  </a:lnTo>
                  <a:lnTo>
                    <a:pt x="1727200" y="1600200"/>
                  </a:lnTo>
                  <a:lnTo>
                    <a:pt x="0" y="1600200"/>
                  </a:lnTo>
                  <a:lnTo>
                    <a:pt x="0" y="0"/>
                  </a:lnTo>
                  <a:close/>
                </a:path>
              </a:pathLst>
            </a:custGeom>
            <a:blipFill>
              <a:blip r:embed="rId2"/>
              <a:stretch>
                <a:fillRect l="0" t="0" r="0" b="0"/>
              </a:stretch>
            </a:blipFill>
          </p:spPr>
        </p:sp>
      </p:grpSp>
      <p:sp>
        <p:nvSpPr>
          <p:cNvPr name="Freeform 23" id="23"/>
          <p:cNvSpPr/>
          <p:nvPr/>
        </p:nvSpPr>
        <p:spPr>
          <a:xfrm flipH="false" flipV="false" rot="0">
            <a:off x="-66551" y="-63436"/>
            <a:ext cx="3542748" cy="3313824"/>
          </a:xfrm>
          <a:custGeom>
            <a:avLst/>
            <a:gdLst/>
            <a:ahLst/>
            <a:cxnLst/>
            <a:rect r="r" b="b" t="t" l="l"/>
            <a:pathLst>
              <a:path h="3313824" w="3542748">
                <a:moveTo>
                  <a:pt x="0" y="0"/>
                </a:moveTo>
                <a:lnTo>
                  <a:pt x="3542747" y="0"/>
                </a:lnTo>
                <a:lnTo>
                  <a:pt x="3542747" y="3313823"/>
                </a:lnTo>
                <a:lnTo>
                  <a:pt x="0" y="33138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4" id="24"/>
          <p:cNvGrpSpPr/>
          <p:nvPr/>
        </p:nvGrpSpPr>
        <p:grpSpPr>
          <a:xfrm rot="0">
            <a:off x="0" y="0"/>
            <a:ext cx="3141545" cy="1232268"/>
            <a:chOff x="0" y="0"/>
            <a:chExt cx="4188727" cy="1643024"/>
          </a:xfrm>
        </p:grpSpPr>
        <p:sp>
          <p:nvSpPr>
            <p:cNvPr name="Freeform 25" id="25"/>
            <p:cNvSpPr/>
            <p:nvPr/>
          </p:nvSpPr>
          <p:spPr>
            <a:xfrm flipH="false" flipV="false" rot="0">
              <a:off x="0" y="0"/>
              <a:ext cx="4188714" cy="1642999"/>
            </a:xfrm>
            <a:custGeom>
              <a:avLst/>
              <a:gdLst/>
              <a:ahLst/>
              <a:cxnLst/>
              <a:rect r="r" b="b" t="t" l="l"/>
              <a:pathLst>
                <a:path h="1642999" w="4188714">
                  <a:moveTo>
                    <a:pt x="0" y="0"/>
                  </a:moveTo>
                  <a:lnTo>
                    <a:pt x="4188714" y="0"/>
                  </a:lnTo>
                  <a:lnTo>
                    <a:pt x="4188714" y="1642999"/>
                  </a:lnTo>
                  <a:lnTo>
                    <a:pt x="0" y="1642999"/>
                  </a:lnTo>
                  <a:lnTo>
                    <a:pt x="0" y="0"/>
                  </a:lnTo>
                  <a:close/>
                </a:path>
              </a:pathLst>
            </a:custGeom>
            <a:blipFill>
              <a:blip r:embed="rId5"/>
              <a:stretch>
                <a:fillRect l="-9150" t="-12080" r="0" b="-1"/>
              </a:stretch>
            </a:blipFill>
          </p:spPr>
        </p:sp>
      </p:grpSp>
      <p:grpSp>
        <p:nvGrpSpPr>
          <p:cNvPr name="Group 26" id="26"/>
          <p:cNvGrpSpPr/>
          <p:nvPr/>
        </p:nvGrpSpPr>
        <p:grpSpPr>
          <a:xfrm rot="0">
            <a:off x="0" y="8335708"/>
            <a:ext cx="4376071" cy="1951292"/>
            <a:chOff x="0" y="0"/>
            <a:chExt cx="4376064" cy="1951291"/>
          </a:xfrm>
        </p:grpSpPr>
        <p:sp>
          <p:nvSpPr>
            <p:cNvPr name="Freeform 27" id="27"/>
            <p:cNvSpPr/>
            <p:nvPr/>
          </p:nvSpPr>
          <p:spPr>
            <a:xfrm flipH="false" flipV="false" rot="0">
              <a:off x="0" y="0"/>
              <a:ext cx="4376035" cy="1951229"/>
            </a:xfrm>
            <a:custGeom>
              <a:avLst/>
              <a:gdLst/>
              <a:ahLst/>
              <a:cxnLst/>
              <a:rect r="r" b="b" t="t" l="l"/>
              <a:pathLst>
                <a:path h="1951229" w="4376035">
                  <a:moveTo>
                    <a:pt x="0" y="0"/>
                  </a:moveTo>
                  <a:lnTo>
                    <a:pt x="0" y="1951229"/>
                  </a:lnTo>
                  <a:lnTo>
                    <a:pt x="4376035" y="1951229"/>
                  </a:lnTo>
                  <a:lnTo>
                    <a:pt x="4376035" y="0"/>
                  </a:lnTo>
                  <a:close/>
                </a:path>
              </a:pathLst>
            </a:custGeom>
            <a:solidFill>
              <a:srgbClr val="000000">
                <a:alpha val="0"/>
              </a:srgbClr>
            </a:solidFill>
          </p:spPr>
        </p:sp>
      </p:grpSp>
      <p:grpSp>
        <p:nvGrpSpPr>
          <p:cNvPr name="Group 28" id="28"/>
          <p:cNvGrpSpPr/>
          <p:nvPr/>
        </p:nvGrpSpPr>
        <p:grpSpPr>
          <a:xfrm rot="0">
            <a:off x="-63503" y="-63503"/>
            <a:ext cx="3540176" cy="3313909"/>
            <a:chOff x="0" y="0"/>
            <a:chExt cx="3540176" cy="3313913"/>
          </a:xfrm>
        </p:grpSpPr>
        <p:sp>
          <p:nvSpPr>
            <p:cNvPr name="Freeform 29" id="29"/>
            <p:cNvSpPr/>
            <p:nvPr/>
          </p:nvSpPr>
          <p:spPr>
            <a:xfrm flipH="false" flipV="false" rot="0">
              <a:off x="63500" y="63500"/>
              <a:ext cx="3413125" cy="3186938"/>
            </a:xfrm>
            <a:custGeom>
              <a:avLst/>
              <a:gdLst/>
              <a:ahLst/>
              <a:cxnLst/>
              <a:rect r="r" b="b" t="t" l="l"/>
              <a:pathLst>
                <a:path h="3186938" w="3413125">
                  <a:moveTo>
                    <a:pt x="0" y="0"/>
                  </a:moveTo>
                  <a:lnTo>
                    <a:pt x="0" y="3186938"/>
                  </a:lnTo>
                  <a:lnTo>
                    <a:pt x="3413125" y="3186938"/>
                  </a:lnTo>
                  <a:lnTo>
                    <a:pt x="3413125" y="0"/>
                  </a:lnTo>
                  <a:close/>
                </a:path>
              </a:pathLst>
            </a:custGeom>
            <a:solidFill>
              <a:srgbClr val="000000">
                <a:alpha val="0"/>
              </a:srgbClr>
            </a:solidFill>
          </p:spPr>
        </p:sp>
        <p:sp>
          <p:nvSpPr>
            <p:cNvPr name="Freeform 30" id="30"/>
            <p:cNvSpPr/>
            <p:nvPr/>
          </p:nvSpPr>
          <p:spPr>
            <a:xfrm flipH="false" flipV="false" rot="0">
              <a:off x="1593088" y="1092200"/>
              <a:ext cx="658368" cy="380619"/>
            </a:xfrm>
            <a:custGeom>
              <a:avLst/>
              <a:gdLst/>
              <a:ahLst/>
              <a:cxnLst/>
              <a:rect r="r" b="b" t="t" l="l"/>
              <a:pathLst>
                <a:path h="380619" w="658368">
                  <a:moveTo>
                    <a:pt x="0" y="380619"/>
                  </a:moveTo>
                  <a:lnTo>
                    <a:pt x="658368" y="380619"/>
                  </a:lnTo>
                  <a:lnTo>
                    <a:pt x="658368" y="0"/>
                  </a:lnTo>
                  <a:lnTo>
                    <a:pt x="0" y="0"/>
                  </a:lnTo>
                  <a:close/>
                </a:path>
              </a:pathLst>
            </a:custGeom>
            <a:solidFill>
              <a:srgbClr val="000000">
                <a:alpha val="0"/>
              </a:srgbClr>
            </a:solidFill>
          </p:spPr>
        </p:sp>
      </p:grpSp>
      <p:grpSp>
        <p:nvGrpSpPr>
          <p:cNvPr name="Group 31" id="31"/>
          <p:cNvGrpSpPr/>
          <p:nvPr/>
        </p:nvGrpSpPr>
        <p:grpSpPr>
          <a:xfrm rot="0">
            <a:off x="12672622" y="2326491"/>
            <a:ext cx="1151372" cy="1151372"/>
            <a:chOff x="0" y="0"/>
            <a:chExt cx="1151369" cy="1151369"/>
          </a:xfrm>
        </p:grpSpPr>
        <p:sp>
          <p:nvSpPr>
            <p:cNvPr name="Freeform 32" id="32"/>
            <p:cNvSpPr/>
            <p:nvPr/>
          </p:nvSpPr>
          <p:spPr>
            <a:xfrm flipH="false" flipV="false" rot="0">
              <a:off x="0" y="0"/>
              <a:ext cx="1151376" cy="1151376"/>
            </a:xfrm>
            <a:custGeom>
              <a:avLst/>
              <a:gdLst/>
              <a:ahLst/>
              <a:cxnLst/>
              <a:rect r="r" b="b" t="t" l="l"/>
              <a:pathLst>
                <a:path h="1151376" w="1151376">
                  <a:moveTo>
                    <a:pt x="0" y="1151376"/>
                  </a:moveTo>
                  <a:lnTo>
                    <a:pt x="1151376" y="1151376"/>
                  </a:lnTo>
                  <a:lnTo>
                    <a:pt x="1151376" y="0"/>
                  </a:lnTo>
                  <a:lnTo>
                    <a:pt x="0" y="0"/>
                  </a:lnTo>
                  <a:close/>
                </a:path>
              </a:pathLst>
            </a:custGeom>
            <a:solidFill>
              <a:srgbClr val="000000">
                <a:alpha val="0"/>
              </a:srgbClr>
            </a:solidFill>
          </p:spPr>
        </p:sp>
      </p:grpSp>
      <p:grpSp>
        <p:nvGrpSpPr>
          <p:cNvPr name="Group 33" id="33"/>
          <p:cNvGrpSpPr/>
          <p:nvPr/>
        </p:nvGrpSpPr>
        <p:grpSpPr>
          <a:xfrm rot="0">
            <a:off x="13911929" y="0"/>
            <a:ext cx="4376071" cy="1960817"/>
            <a:chOff x="0" y="0"/>
            <a:chExt cx="4376064" cy="1960816"/>
          </a:xfrm>
        </p:grpSpPr>
        <p:sp>
          <p:nvSpPr>
            <p:cNvPr name="Freeform 34" id="34"/>
            <p:cNvSpPr/>
            <p:nvPr/>
          </p:nvSpPr>
          <p:spPr>
            <a:xfrm flipH="false" flipV="false" rot="0">
              <a:off x="0" y="0"/>
              <a:ext cx="4376036" cy="1960754"/>
            </a:xfrm>
            <a:custGeom>
              <a:avLst/>
              <a:gdLst/>
              <a:ahLst/>
              <a:cxnLst/>
              <a:rect r="r" b="b" t="t" l="l"/>
              <a:pathLst>
                <a:path h="1960754" w="4376036">
                  <a:moveTo>
                    <a:pt x="0" y="1960754"/>
                  </a:moveTo>
                  <a:lnTo>
                    <a:pt x="4376036" y="1960754"/>
                  </a:lnTo>
                  <a:lnTo>
                    <a:pt x="4376036" y="0"/>
                  </a:lnTo>
                  <a:lnTo>
                    <a:pt x="0" y="0"/>
                  </a:lnTo>
                  <a:close/>
                </a:path>
              </a:pathLst>
            </a:custGeom>
            <a:solidFill>
              <a:srgbClr val="000000">
                <a:alpha val="0"/>
              </a:srgbClr>
            </a:solidFill>
          </p:spPr>
        </p:sp>
      </p:grpSp>
      <p:sp>
        <p:nvSpPr>
          <p:cNvPr name="TextBox 35" id="35"/>
          <p:cNvSpPr txBox="true"/>
          <p:nvPr/>
        </p:nvSpPr>
        <p:spPr>
          <a:xfrm rot="0">
            <a:off x="4439488" y="1189292"/>
            <a:ext cx="9168765" cy="1293495"/>
          </a:xfrm>
          <a:prstGeom prst="rect">
            <a:avLst/>
          </a:prstGeom>
        </p:spPr>
        <p:txBody>
          <a:bodyPr anchor="t" rtlCol="false" tIns="0" lIns="0" bIns="0" rIns="0">
            <a:spAutoFit/>
          </a:bodyPr>
          <a:lstStyle/>
          <a:p>
            <a:pPr algn="l">
              <a:lnSpc>
                <a:spcPts val="10080"/>
              </a:lnSpc>
            </a:pPr>
            <a:r>
              <a:rPr lang="en-US" b="true" sz="7200">
                <a:solidFill>
                  <a:srgbClr val="80B2E8"/>
                </a:solidFill>
                <a:latin typeface="Poppins Bold"/>
                <a:ea typeface="Poppins Bold"/>
                <a:cs typeface="Poppins Bold"/>
                <a:sym typeface="Poppins Bold"/>
              </a:rPr>
              <a:t>Problem Statement</a:t>
            </a:r>
          </a:p>
        </p:txBody>
      </p:sp>
      <p:sp>
        <p:nvSpPr>
          <p:cNvPr name="TextBox 36" id="36"/>
          <p:cNvSpPr txBox="true"/>
          <p:nvPr/>
        </p:nvSpPr>
        <p:spPr>
          <a:xfrm rot="0">
            <a:off x="191119" y="3050362"/>
            <a:ext cx="17905762" cy="3846195"/>
          </a:xfrm>
          <a:prstGeom prst="rect">
            <a:avLst/>
          </a:prstGeom>
        </p:spPr>
        <p:txBody>
          <a:bodyPr anchor="t" rtlCol="false" tIns="0" lIns="0" bIns="0" rIns="0">
            <a:spAutoFit/>
          </a:bodyPr>
          <a:lstStyle/>
          <a:p>
            <a:pPr algn="l" marL="0" indent="0" lvl="0">
              <a:lnSpc>
                <a:spcPts val="10080"/>
              </a:lnSpc>
              <a:spcBef>
                <a:spcPct val="0"/>
              </a:spcBef>
            </a:pPr>
          </a:p>
          <a:p>
            <a:pPr algn="ctr" marL="0" indent="0" lvl="0">
              <a:lnSpc>
                <a:spcPts val="10080"/>
              </a:lnSpc>
              <a:spcBef>
                <a:spcPct val="0"/>
              </a:spcBef>
            </a:pPr>
            <a:r>
              <a:rPr lang="en-US" b="true" sz="7200" strike="noStrike" u="none">
                <a:solidFill>
                  <a:srgbClr val="80B2E8"/>
                </a:solidFill>
                <a:latin typeface="Poppins Bold"/>
                <a:ea typeface="Poppins Bold"/>
                <a:cs typeface="Poppins Bold"/>
                <a:sym typeface="Poppins Bold"/>
              </a:rPr>
              <a:t>Goal 11 : Sustainable Cities and Communities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1D2C"/>
        </a:solidFill>
      </p:bgPr>
    </p:bg>
    <p:spTree>
      <p:nvGrpSpPr>
        <p:cNvPr id="1" name=""/>
        <p:cNvGrpSpPr/>
        <p:nvPr/>
      </p:nvGrpSpPr>
      <p:grpSpPr>
        <a:xfrm>
          <a:off x="0" y="0"/>
          <a:ext cx="0" cy="0"/>
          <a:chOff x="0" y="0"/>
          <a:chExt cx="0" cy="0"/>
        </a:xfrm>
      </p:grpSpPr>
      <p:sp>
        <p:nvSpPr>
          <p:cNvPr name="Freeform 2" id="2"/>
          <p:cNvSpPr/>
          <p:nvPr/>
        </p:nvSpPr>
        <p:spPr>
          <a:xfrm flipH="false" flipV="false" rot="0">
            <a:off x="-63227" y="7619524"/>
            <a:ext cx="4241121" cy="2730970"/>
          </a:xfrm>
          <a:custGeom>
            <a:avLst/>
            <a:gdLst/>
            <a:ahLst/>
            <a:cxnLst/>
            <a:rect r="r" b="b" t="t" l="l"/>
            <a:pathLst>
              <a:path h="2730970" w="4241121">
                <a:moveTo>
                  <a:pt x="0" y="0"/>
                </a:moveTo>
                <a:lnTo>
                  <a:pt x="4241121" y="0"/>
                </a:lnTo>
                <a:lnTo>
                  <a:pt x="4241121" y="2730970"/>
                </a:lnTo>
                <a:lnTo>
                  <a:pt x="0" y="2730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5688" y="-63436"/>
            <a:ext cx="4008853" cy="2771080"/>
          </a:xfrm>
          <a:custGeom>
            <a:avLst/>
            <a:gdLst/>
            <a:ahLst/>
            <a:cxnLst/>
            <a:rect r="r" b="b" t="t" l="l"/>
            <a:pathLst>
              <a:path h="2771080" w="4008853">
                <a:moveTo>
                  <a:pt x="0" y="0"/>
                </a:moveTo>
                <a:lnTo>
                  <a:pt x="4008854" y="0"/>
                </a:lnTo>
                <a:lnTo>
                  <a:pt x="4008854" y="2771079"/>
                </a:lnTo>
                <a:lnTo>
                  <a:pt x="0" y="2771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6466315" y="9098680"/>
            <a:ext cx="790575" cy="159106"/>
            <a:chOff x="0" y="0"/>
            <a:chExt cx="790575" cy="159106"/>
          </a:xfrm>
        </p:grpSpPr>
        <p:sp>
          <p:nvSpPr>
            <p:cNvPr name="Freeform 5" id="5"/>
            <p:cNvSpPr/>
            <p:nvPr/>
          </p:nvSpPr>
          <p:spPr>
            <a:xfrm flipH="false" flipV="false" rot="0">
              <a:off x="0" y="0"/>
              <a:ext cx="790575" cy="159008"/>
            </a:xfrm>
            <a:custGeom>
              <a:avLst/>
              <a:gdLst/>
              <a:ahLst/>
              <a:cxnLst/>
              <a:rect r="r" b="b" t="t" l="l"/>
              <a:pathLst>
                <a:path h="159008" w="790575">
                  <a:moveTo>
                    <a:pt x="79502" y="0"/>
                  </a:moveTo>
                  <a:cubicBezTo>
                    <a:pt x="35560" y="0"/>
                    <a:pt x="0" y="35561"/>
                    <a:pt x="0" y="79504"/>
                  </a:cubicBezTo>
                  <a:cubicBezTo>
                    <a:pt x="0" y="123447"/>
                    <a:pt x="35560" y="159008"/>
                    <a:pt x="79502" y="159008"/>
                  </a:cubicBezTo>
                  <a:cubicBezTo>
                    <a:pt x="123444" y="159008"/>
                    <a:pt x="159004" y="123447"/>
                    <a:pt x="159004" y="79504"/>
                  </a:cubicBezTo>
                  <a:cubicBezTo>
                    <a:pt x="159004" y="35561"/>
                    <a:pt x="123444" y="0"/>
                    <a:pt x="79502" y="0"/>
                  </a:cubicBezTo>
                  <a:close/>
                  <a:moveTo>
                    <a:pt x="396621" y="0"/>
                  </a:moveTo>
                  <a:cubicBezTo>
                    <a:pt x="352679" y="0"/>
                    <a:pt x="317119" y="35561"/>
                    <a:pt x="317119" y="79504"/>
                  </a:cubicBezTo>
                  <a:cubicBezTo>
                    <a:pt x="317119" y="123447"/>
                    <a:pt x="352679" y="159008"/>
                    <a:pt x="396621" y="159008"/>
                  </a:cubicBezTo>
                  <a:cubicBezTo>
                    <a:pt x="440563" y="159008"/>
                    <a:pt x="476123" y="123447"/>
                    <a:pt x="476123" y="79504"/>
                  </a:cubicBezTo>
                  <a:cubicBezTo>
                    <a:pt x="476123" y="35561"/>
                    <a:pt x="440563" y="0"/>
                    <a:pt x="396621" y="0"/>
                  </a:cubicBezTo>
                  <a:close/>
                  <a:moveTo>
                    <a:pt x="713359" y="0"/>
                  </a:moveTo>
                  <a:cubicBezTo>
                    <a:pt x="669417" y="0"/>
                    <a:pt x="633857" y="35561"/>
                    <a:pt x="633857" y="79504"/>
                  </a:cubicBezTo>
                  <a:cubicBezTo>
                    <a:pt x="633857" y="123447"/>
                    <a:pt x="669417" y="159008"/>
                    <a:pt x="713359" y="159008"/>
                  </a:cubicBezTo>
                  <a:cubicBezTo>
                    <a:pt x="750570" y="159008"/>
                    <a:pt x="781812" y="133480"/>
                    <a:pt x="790575" y="98809"/>
                  </a:cubicBezTo>
                  <a:lnTo>
                    <a:pt x="790575" y="60200"/>
                  </a:lnTo>
                  <a:cubicBezTo>
                    <a:pt x="781939" y="25528"/>
                    <a:pt x="750697" y="0"/>
                    <a:pt x="713359" y="0"/>
                  </a:cubicBezTo>
                  <a:close/>
                </a:path>
              </a:pathLst>
            </a:custGeom>
            <a:solidFill>
              <a:srgbClr val="FFFFFF"/>
            </a:solidFill>
          </p:spPr>
        </p:sp>
      </p:grpSp>
      <p:grpSp>
        <p:nvGrpSpPr>
          <p:cNvPr name="Group 6" id="6"/>
          <p:cNvGrpSpPr/>
          <p:nvPr/>
        </p:nvGrpSpPr>
        <p:grpSpPr>
          <a:xfrm rot="0">
            <a:off x="382238" y="8844239"/>
            <a:ext cx="1295400" cy="1200150"/>
            <a:chOff x="0" y="0"/>
            <a:chExt cx="1727200" cy="1600200"/>
          </a:xfrm>
        </p:grpSpPr>
        <p:sp>
          <p:nvSpPr>
            <p:cNvPr name="Freeform 7" id="7"/>
            <p:cNvSpPr/>
            <p:nvPr/>
          </p:nvSpPr>
          <p:spPr>
            <a:xfrm flipH="false" flipV="false" rot="0">
              <a:off x="0" y="0"/>
              <a:ext cx="1727200" cy="1600200"/>
            </a:xfrm>
            <a:custGeom>
              <a:avLst/>
              <a:gdLst/>
              <a:ahLst/>
              <a:cxnLst/>
              <a:rect r="r" b="b" t="t" l="l"/>
              <a:pathLst>
                <a:path h="1600200" w="1727200">
                  <a:moveTo>
                    <a:pt x="0" y="0"/>
                  </a:moveTo>
                  <a:lnTo>
                    <a:pt x="1727200" y="0"/>
                  </a:lnTo>
                  <a:lnTo>
                    <a:pt x="1727200" y="1600200"/>
                  </a:lnTo>
                  <a:lnTo>
                    <a:pt x="0" y="1600200"/>
                  </a:lnTo>
                  <a:lnTo>
                    <a:pt x="0" y="0"/>
                  </a:lnTo>
                  <a:close/>
                </a:path>
              </a:pathLst>
            </a:custGeom>
            <a:blipFill>
              <a:blip r:embed="rId6"/>
              <a:stretch>
                <a:fillRect l="0" t="0" r="0" b="0"/>
              </a:stretch>
            </a:blipFill>
          </p:spPr>
        </p:sp>
      </p:grpSp>
      <p:sp>
        <p:nvSpPr>
          <p:cNvPr name="Freeform 8" id="8"/>
          <p:cNvSpPr/>
          <p:nvPr/>
        </p:nvSpPr>
        <p:spPr>
          <a:xfrm flipH="false" flipV="false" rot="0">
            <a:off x="-66551" y="-63436"/>
            <a:ext cx="3615500" cy="3313824"/>
          </a:xfrm>
          <a:custGeom>
            <a:avLst/>
            <a:gdLst/>
            <a:ahLst/>
            <a:cxnLst/>
            <a:rect r="r" b="b" t="t" l="l"/>
            <a:pathLst>
              <a:path h="3313824" w="3615500">
                <a:moveTo>
                  <a:pt x="0" y="0"/>
                </a:moveTo>
                <a:lnTo>
                  <a:pt x="3615499" y="0"/>
                </a:lnTo>
                <a:lnTo>
                  <a:pt x="3615499" y="3313823"/>
                </a:lnTo>
                <a:lnTo>
                  <a:pt x="0" y="33138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0" y="0"/>
            <a:ext cx="3141545" cy="1232268"/>
            <a:chOff x="0" y="0"/>
            <a:chExt cx="4188727" cy="1643024"/>
          </a:xfrm>
        </p:grpSpPr>
        <p:sp>
          <p:nvSpPr>
            <p:cNvPr name="Freeform 10" id="10"/>
            <p:cNvSpPr/>
            <p:nvPr/>
          </p:nvSpPr>
          <p:spPr>
            <a:xfrm flipH="false" flipV="false" rot="0">
              <a:off x="0" y="0"/>
              <a:ext cx="4188714" cy="1642999"/>
            </a:xfrm>
            <a:custGeom>
              <a:avLst/>
              <a:gdLst/>
              <a:ahLst/>
              <a:cxnLst/>
              <a:rect r="r" b="b" t="t" l="l"/>
              <a:pathLst>
                <a:path h="1642999" w="4188714">
                  <a:moveTo>
                    <a:pt x="0" y="0"/>
                  </a:moveTo>
                  <a:lnTo>
                    <a:pt x="4188714" y="0"/>
                  </a:lnTo>
                  <a:lnTo>
                    <a:pt x="4188714" y="1642999"/>
                  </a:lnTo>
                  <a:lnTo>
                    <a:pt x="0" y="1642999"/>
                  </a:lnTo>
                  <a:lnTo>
                    <a:pt x="0" y="0"/>
                  </a:lnTo>
                  <a:close/>
                </a:path>
              </a:pathLst>
            </a:custGeom>
            <a:blipFill>
              <a:blip r:embed="rId9"/>
              <a:stretch>
                <a:fillRect l="-9150" t="-12080" r="0" b="-1"/>
              </a:stretch>
            </a:blipFill>
          </p:spPr>
        </p:sp>
      </p:grpSp>
      <p:grpSp>
        <p:nvGrpSpPr>
          <p:cNvPr name="Group 11" id="11"/>
          <p:cNvGrpSpPr/>
          <p:nvPr/>
        </p:nvGrpSpPr>
        <p:grpSpPr>
          <a:xfrm rot="0">
            <a:off x="0" y="0"/>
            <a:ext cx="3485921" cy="3186913"/>
            <a:chOff x="0" y="0"/>
            <a:chExt cx="3485921" cy="3186913"/>
          </a:xfrm>
        </p:grpSpPr>
        <p:sp>
          <p:nvSpPr>
            <p:cNvPr name="Freeform 12" id="12"/>
            <p:cNvSpPr/>
            <p:nvPr/>
          </p:nvSpPr>
          <p:spPr>
            <a:xfrm flipH="false" flipV="false" rot="0">
              <a:off x="0" y="0"/>
              <a:ext cx="3485895" cy="3186938"/>
            </a:xfrm>
            <a:custGeom>
              <a:avLst/>
              <a:gdLst/>
              <a:ahLst/>
              <a:cxnLst/>
              <a:rect r="r" b="b" t="t" l="l"/>
              <a:pathLst>
                <a:path h="3186938" w="3485895">
                  <a:moveTo>
                    <a:pt x="0" y="0"/>
                  </a:moveTo>
                  <a:lnTo>
                    <a:pt x="0" y="3186938"/>
                  </a:lnTo>
                  <a:lnTo>
                    <a:pt x="3485895" y="3186938"/>
                  </a:lnTo>
                  <a:lnTo>
                    <a:pt x="3485895" y="0"/>
                  </a:lnTo>
                  <a:close/>
                </a:path>
              </a:pathLst>
            </a:custGeom>
            <a:solidFill>
              <a:srgbClr val="000000">
                <a:alpha val="0"/>
              </a:srgbClr>
            </a:solidFill>
          </p:spPr>
        </p:sp>
      </p:grpSp>
      <p:grpSp>
        <p:nvGrpSpPr>
          <p:cNvPr name="Group 13" id="13"/>
          <p:cNvGrpSpPr/>
          <p:nvPr/>
        </p:nvGrpSpPr>
        <p:grpSpPr>
          <a:xfrm rot="0">
            <a:off x="0" y="7682960"/>
            <a:ext cx="4114800" cy="2604040"/>
            <a:chOff x="0" y="0"/>
            <a:chExt cx="4114800" cy="2604033"/>
          </a:xfrm>
        </p:grpSpPr>
        <p:sp>
          <p:nvSpPr>
            <p:cNvPr name="Freeform 14" id="14"/>
            <p:cNvSpPr/>
            <p:nvPr/>
          </p:nvSpPr>
          <p:spPr>
            <a:xfrm flipH="false" flipV="false" rot="0">
              <a:off x="0" y="0"/>
              <a:ext cx="4114800" cy="2604002"/>
            </a:xfrm>
            <a:custGeom>
              <a:avLst/>
              <a:gdLst/>
              <a:ahLst/>
              <a:cxnLst/>
              <a:rect r="r" b="b" t="t" l="l"/>
              <a:pathLst>
                <a:path h="2604002" w="4114800">
                  <a:moveTo>
                    <a:pt x="0" y="0"/>
                  </a:moveTo>
                  <a:lnTo>
                    <a:pt x="0" y="2604002"/>
                  </a:lnTo>
                  <a:lnTo>
                    <a:pt x="4114800" y="2604002"/>
                  </a:lnTo>
                  <a:lnTo>
                    <a:pt x="4114800" y="0"/>
                  </a:lnTo>
                  <a:close/>
                </a:path>
              </a:pathLst>
            </a:custGeom>
            <a:solidFill>
              <a:srgbClr val="000000">
                <a:alpha val="0"/>
              </a:srgbClr>
            </a:solidFill>
          </p:spPr>
        </p:sp>
      </p:grpSp>
      <p:grpSp>
        <p:nvGrpSpPr>
          <p:cNvPr name="Group 15" id="15"/>
          <p:cNvGrpSpPr/>
          <p:nvPr/>
        </p:nvGrpSpPr>
        <p:grpSpPr>
          <a:xfrm rot="0">
            <a:off x="14408915" y="0"/>
            <a:ext cx="3879085" cy="2644216"/>
            <a:chOff x="0" y="0"/>
            <a:chExt cx="3879088" cy="2644216"/>
          </a:xfrm>
        </p:grpSpPr>
        <p:sp>
          <p:nvSpPr>
            <p:cNvPr name="Freeform 16" id="16"/>
            <p:cNvSpPr/>
            <p:nvPr/>
          </p:nvSpPr>
          <p:spPr>
            <a:xfrm flipH="false" flipV="false" rot="0">
              <a:off x="0" y="0"/>
              <a:ext cx="3879092" cy="2644271"/>
            </a:xfrm>
            <a:custGeom>
              <a:avLst/>
              <a:gdLst/>
              <a:ahLst/>
              <a:cxnLst/>
              <a:rect r="r" b="b" t="t" l="l"/>
              <a:pathLst>
                <a:path h="2644271" w="3879092">
                  <a:moveTo>
                    <a:pt x="0" y="0"/>
                  </a:moveTo>
                  <a:lnTo>
                    <a:pt x="0" y="2644271"/>
                  </a:lnTo>
                  <a:lnTo>
                    <a:pt x="3879092" y="2644271"/>
                  </a:lnTo>
                  <a:lnTo>
                    <a:pt x="3879092" y="0"/>
                  </a:lnTo>
                  <a:close/>
                </a:path>
              </a:pathLst>
            </a:custGeom>
            <a:solidFill>
              <a:srgbClr val="000000">
                <a:alpha val="0"/>
              </a:srgbClr>
            </a:solidFill>
          </p:spPr>
        </p:sp>
      </p:grpSp>
      <p:grpSp>
        <p:nvGrpSpPr>
          <p:cNvPr name="Group 17" id="17"/>
          <p:cNvGrpSpPr/>
          <p:nvPr/>
        </p:nvGrpSpPr>
        <p:grpSpPr>
          <a:xfrm rot="0">
            <a:off x="16466315" y="9098261"/>
            <a:ext cx="792985" cy="160039"/>
            <a:chOff x="0" y="0"/>
            <a:chExt cx="792988" cy="160033"/>
          </a:xfrm>
        </p:grpSpPr>
        <p:sp>
          <p:nvSpPr>
            <p:cNvPr name="Freeform 18" id="18"/>
            <p:cNvSpPr/>
            <p:nvPr/>
          </p:nvSpPr>
          <p:spPr>
            <a:xfrm flipH="false" flipV="false" rot="0">
              <a:off x="0" y="0"/>
              <a:ext cx="792992" cy="160014"/>
            </a:xfrm>
            <a:custGeom>
              <a:avLst/>
              <a:gdLst/>
              <a:ahLst/>
              <a:cxnLst/>
              <a:rect r="r" b="b" t="t" l="l"/>
              <a:pathLst>
                <a:path h="160014" w="792992">
                  <a:moveTo>
                    <a:pt x="0" y="160014"/>
                  </a:moveTo>
                  <a:lnTo>
                    <a:pt x="792992" y="160014"/>
                  </a:lnTo>
                  <a:lnTo>
                    <a:pt x="792992" y="0"/>
                  </a:lnTo>
                  <a:lnTo>
                    <a:pt x="0" y="0"/>
                  </a:lnTo>
                  <a:close/>
                </a:path>
              </a:pathLst>
            </a:custGeom>
            <a:solidFill>
              <a:srgbClr val="000000">
                <a:alpha val="0"/>
              </a:srgbClr>
            </a:solidFill>
          </p:spPr>
        </p:sp>
      </p:grpSp>
      <p:sp>
        <p:nvSpPr>
          <p:cNvPr name="Freeform 19" id="19"/>
          <p:cNvSpPr/>
          <p:nvPr/>
        </p:nvSpPr>
        <p:spPr>
          <a:xfrm flipH="false" flipV="false" rot="0">
            <a:off x="651676" y="2785227"/>
            <a:ext cx="3881916" cy="2550573"/>
          </a:xfrm>
          <a:custGeom>
            <a:avLst/>
            <a:gdLst/>
            <a:ahLst/>
            <a:cxnLst/>
            <a:rect r="r" b="b" t="t" l="l"/>
            <a:pathLst>
              <a:path h="2550573" w="3881916">
                <a:moveTo>
                  <a:pt x="0" y="0"/>
                </a:moveTo>
                <a:lnTo>
                  <a:pt x="3881917" y="0"/>
                </a:lnTo>
                <a:lnTo>
                  <a:pt x="3881917" y="2550573"/>
                </a:lnTo>
                <a:lnTo>
                  <a:pt x="0" y="2550573"/>
                </a:lnTo>
                <a:lnTo>
                  <a:pt x="0" y="0"/>
                </a:lnTo>
                <a:close/>
              </a:path>
            </a:pathLst>
          </a:custGeom>
          <a:blipFill>
            <a:blip r:embed="rId10"/>
            <a:stretch>
              <a:fillRect l="0" t="0" r="0" b="0"/>
            </a:stretch>
          </a:blipFill>
        </p:spPr>
      </p:sp>
      <p:sp>
        <p:nvSpPr>
          <p:cNvPr name="Freeform 20" id="20"/>
          <p:cNvSpPr/>
          <p:nvPr/>
        </p:nvSpPr>
        <p:spPr>
          <a:xfrm flipH="false" flipV="false" rot="0">
            <a:off x="4725404" y="2785227"/>
            <a:ext cx="3902073" cy="2596652"/>
          </a:xfrm>
          <a:custGeom>
            <a:avLst/>
            <a:gdLst/>
            <a:ahLst/>
            <a:cxnLst/>
            <a:rect r="r" b="b" t="t" l="l"/>
            <a:pathLst>
              <a:path h="2596652" w="3902073">
                <a:moveTo>
                  <a:pt x="0" y="0"/>
                </a:moveTo>
                <a:lnTo>
                  <a:pt x="3902073" y="0"/>
                </a:lnTo>
                <a:lnTo>
                  <a:pt x="3902073" y="2596652"/>
                </a:lnTo>
                <a:lnTo>
                  <a:pt x="0" y="2596652"/>
                </a:lnTo>
                <a:lnTo>
                  <a:pt x="0" y="0"/>
                </a:lnTo>
                <a:close/>
              </a:path>
            </a:pathLst>
          </a:custGeom>
          <a:blipFill>
            <a:blip r:embed="rId11"/>
            <a:stretch>
              <a:fillRect l="0" t="0" r="0" b="0"/>
            </a:stretch>
          </a:blipFill>
        </p:spPr>
      </p:sp>
      <p:sp>
        <p:nvSpPr>
          <p:cNvPr name="Freeform 21" id="21"/>
          <p:cNvSpPr/>
          <p:nvPr/>
        </p:nvSpPr>
        <p:spPr>
          <a:xfrm flipH="false" flipV="false" rot="0">
            <a:off x="4725404" y="5772404"/>
            <a:ext cx="3902073" cy="2488067"/>
          </a:xfrm>
          <a:custGeom>
            <a:avLst/>
            <a:gdLst/>
            <a:ahLst/>
            <a:cxnLst/>
            <a:rect r="r" b="b" t="t" l="l"/>
            <a:pathLst>
              <a:path h="2488067" w="3902073">
                <a:moveTo>
                  <a:pt x="0" y="0"/>
                </a:moveTo>
                <a:lnTo>
                  <a:pt x="3902073" y="0"/>
                </a:lnTo>
                <a:lnTo>
                  <a:pt x="3902073" y="2488068"/>
                </a:lnTo>
                <a:lnTo>
                  <a:pt x="0" y="2488068"/>
                </a:lnTo>
                <a:lnTo>
                  <a:pt x="0" y="0"/>
                </a:lnTo>
                <a:close/>
              </a:path>
            </a:pathLst>
          </a:custGeom>
          <a:blipFill>
            <a:blip r:embed="rId12"/>
            <a:stretch>
              <a:fillRect l="0" t="-2897" r="-1370" b="-2897"/>
            </a:stretch>
          </a:blipFill>
        </p:spPr>
      </p:sp>
      <p:sp>
        <p:nvSpPr>
          <p:cNvPr name="Freeform 22" id="22"/>
          <p:cNvSpPr/>
          <p:nvPr/>
        </p:nvSpPr>
        <p:spPr>
          <a:xfrm flipH="false" flipV="false" rot="0">
            <a:off x="651676" y="5772404"/>
            <a:ext cx="3881916" cy="2488067"/>
          </a:xfrm>
          <a:custGeom>
            <a:avLst/>
            <a:gdLst/>
            <a:ahLst/>
            <a:cxnLst/>
            <a:rect r="r" b="b" t="t" l="l"/>
            <a:pathLst>
              <a:path h="2488067" w="3881916">
                <a:moveTo>
                  <a:pt x="0" y="0"/>
                </a:moveTo>
                <a:lnTo>
                  <a:pt x="3881917" y="0"/>
                </a:lnTo>
                <a:lnTo>
                  <a:pt x="3881917" y="2488068"/>
                </a:lnTo>
                <a:lnTo>
                  <a:pt x="0" y="2488068"/>
                </a:lnTo>
                <a:lnTo>
                  <a:pt x="0" y="0"/>
                </a:lnTo>
                <a:close/>
              </a:path>
            </a:pathLst>
          </a:custGeom>
          <a:blipFill>
            <a:blip r:embed="rId13"/>
            <a:stretch>
              <a:fillRect l="-7746" t="-7681" r="-27699" b="0"/>
            </a:stretch>
          </a:blipFill>
        </p:spPr>
      </p:sp>
      <p:sp>
        <p:nvSpPr>
          <p:cNvPr name="TextBox 23" id="23"/>
          <p:cNvSpPr txBox="true"/>
          <p:nvPr/>
        </p:nvSpPr>
        <p:spPr>
          <a:xfrm rot="0">
            <a:off x="2057333" y="1004052"/>
            <a:ext cx="14883832" cy="1343025"/>
          </a:xfrm>
          <a:prstGeom prst="rect">
            <a:avLst/>
          </a:prstGeom>
        </p:spPr>
        <p:txBody>
          <a:bodyPr anchor="t" rtlCol="false" tIns="0" lIns="0" bIns="0" rIns="0">
            <a:spAutoFit/>
          </a:bodyPr>
          <a:lstStyle/>
          <a:p>
            <a:pPr algn="l">
              <a:lnSpc>
                <a:spcPts val="10080"/>
              </a:lnSpc>
            </a:pPr>
            <a:r>
              <a:rPr lang="en-US" b="true" sz="7200">
                <a:solidFill>
                  <a:srgbClr val="80B2E8"/>
                </a:solidFill>
                <a:latin typeface="Poppins Bold"/>
                <a:ea typeface="Poppins Bold"/>
                <a:cs typeface="Poppins Bold"/>
                <a:sym typeface="Poppins Bold"/>
              </a:rPr>
              <a:t>Background / Current Scenario</a:t>
            </a:r>
          </a:p>
        </p:txBody>
      </p:sp>
      <p:sp>
        <p:nvSpPr>
          <p:cNvPr name="TextBox 24" id="24"/>
          <p:cNvSpPr txBox="true"/>
          <p:nvPr/>
        </p:nvSpPr>
        <p:spPr>
          <a:xfrm rot="0">
            <a:off x="8930276" y="2692794"/>
            <a:ext cx="9178430" cy="6292215"/>
          </a:xfrm>
          <a:prstGeom prst="rect">
            <a:avLst/>
          </a:prstGeom>
        </p:spPr>
        <p:txBody>
          <a:bodyPr anchor="t" rtlCol="false" tIns="0" lIns="0" bIns="0" rIns="0">
            <a:spAutoFit/>
          </a:bodyPr>
          <a:lstStyle/>
          <a:p>
            <a:pPr algn="just" marL="0" indent="0" lvl="0">
              <a:lnSpc>
                <a:spcPts val="3359"/>
              </a:lnSpc>
              <a:spcBef>
                <a:spcPct val="0"/>
              </a:spcBef>
            </a:pPr>
            <a:r>
              <a:rPr lang="en-US" b="true" sz="2400">
                <a:solidFill>
                  <a:srgbClr val="80B2E8"/>
                </a:solidFill>
                <a:latin typeface="Poppins Bold"/>
                <a:ea typeface="Poppins Bold"/>
                <a:cs typeface="Poppins Bold"/>
                <a:sym typeface="Poppins Bold"/>
              </a:rPr>
              <a:t>The tremendous and exponential increase in global online business has greatly intensified a phenomenon known as the "Last Mile Problem," a critical logistics bottleneck in which the last mile of shipping contributes over 53% to total shipping costs. However, conventional shipping is fast becoming unsustainable owing to a highly congested urban infrastructure, increasing fuel costs, and a dire human resource crunch. Additionally, a demand for quick and same-day deliveries poses a physical limitation and a environmental constraint with respect to human resources and fossil fuels, respectively. Thus, there exists an imperative logistics need that is currently unmet with regard to autonomous systems designed to operate in a complex urban infrastructure in order to reduce operational overheads.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D2C"/>
        </a:solidFill>
      </p:bgPr>
    </p:bg>
    <p:spTree>
      <p:nvGrpSpPr>
        <p:cNvPr id="1" name=""/>
        <p:cNvGrpSpPr/>
        <p:nvPr/>
      </p:nvGrpSpPr>
      <p:grpSpPr>
        <a:xfrm>
          <a:off x="0" y="0"/>
          <a:ext cx="0" cy="0"/>
          <a:chOff x="0" y="0"/>
          <a:chExt cx="0" cy="0"/>
        </a:xfrm>
      </p:grpSpPr>
      <p:grpSp>
        <p:nvGrpSpPr>
          <p:cNvPr name="Group 2" id="2"/>
          <p:cNvGrpSpPr/>
          <p:nvPr/>
        </p:nvGrpSpPr>
        <p:grpSpPr>
          <a:xfrm rot="0">
            <a:off x="1530125" y="1028700"/>
            <a:ext cx="656749" cy="379619"/>
            <a:chOff x="0" y="0"/>
            <a:chExt cx="656755" cy="379616"/>
          </a:xfrm>
        </p:grpSpPr>
        <p:sp>
          <p:nvSpPr>
            <p:cNvPr name="Freeform 3" id="3"/>
            <p:cNvSpPr/>
            <p:nvPr/>
          </p:nvSpPr>
          <p:spPr>
            <a:xfrm flipH="false" flipV="false" rot="0">
              <a:off x="0" y="0"/>
              <a:ext cx="656848" cy="379599"/>
            </a:xfrm>
            <a:custGeom>
              <a:avLst/>
              <a:gdLst/>
              <a:ahLst/>
              <a:cxnLst/>
              <a:rect r="r" b="b" t="t" l="l"/>
              <a:pathLst>
                <a:path h="379599" w="656848">
                  <a:moveTo>
                    <a:pt x="17272" y="0"/>
                  </a:moveTo>
                  <a:cubicBezTo>
                    <a:pt x="14986" y="0"/>
                    <a:pt x="12827" y="381"/>
                    <a:pt x="10668" y="1270"/>
                  </a:cubicBezTo>
                  <a:cubicBezTo>
                    <a:pt x="8509" y="2159"/>
                    <a:pt x="6731" y="3429"/>
                    <a:pt x="5080" y="5080"/>
                  </a:cubicBezTo>
                  <a:cubicBezTo>
                    <a:pt x="3429" y="6731"/>
                    <a:pt x="2159" y="8509"/>
                    <a:pt x="1270" y="10668"/>
                  </a:cubicBezTo>
                  <a:cubicBezTo>
                    <a:pt x="381" y="12827"/>
                    <a:pt x="0" y="14986"/>
                    <a:pt x="0" y="17272"/>
                  </a:cubicBezTo>
                  <a:cubicBezTo>
                    <a:pt x="0" y="19558"/>
                    <a:pt x="381" y="21717"/>
                    <a:pt x="1270" y="23876"/>
                  </a:cubicBezTo>
                  <a:cubicBezTo>
                    <a:pt x="2159" y="26035"/>
                    <a:pt x="3429" y="27813"/>
                    <a:pt x="5080" y="29464"/>
                  </a:cubicBezTo>
                  <a:cubicBezTo>
                    <a:pt x="6731" y="31115"/>
                    <a:pt x="8636" y="32385"/>
                    <a:pt x="10668" y="33274"/>
                  </a:cubicBezTo>
                  <a:cubicBezTo>
                    <a:pt x="12700" y="34163"/>
                    <a:pt x="14986" y="34544"/>
                    <a:pt x="17272" y="34544"/>
                  </a:cubicBezTo>
                  <a:lnTo>
                    <a:pt x="640084" y="34544"/>
                  </a:lnTo>
                  <a:cubicBezTo>
                    <a:pt x="642370" y="34544"/>
                    <a:pt x="644529" y="34163"/>
                    <a:pt x="646688" y="33274"/>
                  </a:cubicBezTo>
                  <a:cubicBezTo>
                    <a:pt x="648847" y="32385"/>
                    <a:pt x="650625" y="31115"/>
                    <a:pt x="652276" y="29464"/>
                  </a:cubicBezTo>
                  <a:cubicBezTo>
                    <a:pt x="653927" y="27813"/>
                    <a:pt x="655197" y="25908"/>
                    <a:pt x="656086" y="23876"/>
                  </a:cubicBezTo>
                  <a:cubicBezTo>
                    <a:pt x="656340" y="23114"/>
                    <a:pt x="656594" y="22352"/>
                    <a:pt x="656848" y="21717"/>
                  </a:cubicBezTo>
                  <a:lnTo>
                    <a:pt x="656848" y="12827"/>
                  </a:lnTo>
                  <a:cubicBezTo>
                    <a:pt x="656594" y="12192"/>
                    <a:pt x="656340" y="11430"/>
                    <a:pt x="655959" y="10668"/>
                  </a:cubicBezTo>
                  <a:cubicBezTo>
                    <a:pt x="655070" y="8509"/>
                    <a:pt x="653800" y="6731"/>
                    <a:pt x="652149" y="5080"/>
                  </a:cubicBezTo>
                  <a:cubicBezTo>
                    <a:pt x="650498" y="3429"/>
                    <a:pt x="648593" y="2159"/>
                    <a:pt x="646561" y="1270"/>
                  </a:cubicBezTo>
                  <a:cubicBezTo>
                    <a:pt x="644529" y="381"/>
                    <a:pt x="642243" y="0"/>
                    <a:pt x="639957" y="0"/>
                  </a:cubicBezTo>
                  <a:close/>
                  <a:moveTo>
                    <a:pt x="639957" y="172464"/>
                  </a:moveTo>
                  <a:cubicBezTo>
                    <a:pt x="637671" y="172464"/>
                    <a:pt x="635512" y="172845"/>
                    <a:pt x="633353" y="173734"/>
                  </a:cubicBezTo>
                  <a:cubicBezTo>
                    <a:pt x="631194" y="174623"/>
                    <a:pt x="629416" y="175893"/>
                    <a:pt x="627765" y="177544"/>
                  </a:cubicBezTo>
                  <a:cubicBezTo>
                    <a:pt x="626114" y="179195"/>
                    <a:pt x="624844" y="180973"/>
                    <a:pt x="623955" y="183132"/>
                  </a:cubicBezTo>
                  <a:cubicBezTo>
                    <a:pt x="623066" y="185291"/>
                    <a:pt x="622685" y="187450"/>
                    <a:pt x="622685" y="189736"/>
                  </a:cubicBezTo>
                  <a:cubicBezTo>
                    <a:pt x="622685" y="192022"/>
                    <a:pt x="623066" y="194181"/>
                    <a:pt x="623955" y="196340"/>
                  </a:cubicBezTo>
                  <a:cubicBezTo>
                    <a:pt x="624844" y="198499"/>
                    <a:pt x="626114" y="200277"/>
                    <a:pt x="627765" y="201928"/>
                  </a:cubicBezTo>
                  <a:cubicBezTo>
                    <a:pt x="629416" y="203579"/>
                    <a:pt x="631321" y="204849"/>
                    <a:pt x="633353" y="205738"/>
                  </a:cubicBezTo>
                  <a:cubicBezTo>
                    <a:pt x="635385" y="206627"/>
                    <a:pt x="637671" y="207008"/>
                    <a:pt x="639957" y="207008"/>
                  </a:cubicBezTo>
                  <a:lnTo>
                    <a:pt x="640084" y="207008"/>
                  </a:lnTo>
                  <a:cubicBezTo>
                    <a:pt x="642370" y="207008"/>
                    <a:pt x="644529" y="206627"/>
                    <a:pt x="646688" y="205738"/>
                  </a:cubicBezTo>
                  <a:cubicBezTo>
                    <a:pt x="648847" y="204849"/>
                    <a:pt x="650625" y="203579"/>
                    <a:pt x="652276" y="201928"/>
                  </a:cubicBezTo>
                  <a:cubicBezTo>
                    <a:pt x="653927" y="200277"/>
                    <a:pt x="655197" y="198372"/>
                    <a:pt x="656086" y="196340"/>
                  </a:cubicBezTo>
                  <a:cubicBezTo>
                    <a:pt x="656340" y="195578"/>
                    <a:pt x="656594" y="194816"/>
                    <a:pt x="656848" y="194181"/>
                  </a:cubicBezTo>
                  <a:lnTo>
                    <a:pt x="656848" y="185418"/>
                  </a:lnTo>
                  <a:cubicBezTo>
                    <a:pt x="656594" y="184656"/>
                    <a:pt x="656340" y="183894"/>
                    <a:pt x="656086" y="183259"/>
                  </a:cubicBezTo>
                  <a:cubicBezTo>
                    <a:pt x="655197" y="181100"/>
                    <a:pt x="653927" y="179322"/>
                    <a:pt x="652276" y="177671"/>
                  </a:cubicBezTo>
                  <a:cubicBezTo>
                    <a:pt x="650625" y="176020"/>
                    <a:pt x="648720" y="174750"/>
                    <a:pt x="646688" y="173861"/>
                  </a:cubicBezTo>
                  <a:cubicBezTo>
                    <a:pt x="644656" y="172972"/>
                    <a:pt x="642370" y="172591"/>
                    <a:pt x="640084" y="172591"/>
                  </a:cubicBezTo>
                  <a:close/>
                  <a:moveTo>
                    <a:pt x="640084" y="345056"/>
                  </a:moveTo>
                  <a:cubicBezTo>
                    <a:pt x="637798" y="345056"/>
                    <a:pt x="635639" y="345437"/>
                    <a:pt x="633480" y="346326"/>
                  </a:cubicBezTo>
                  <a:cubicBezTo>
                    <a:pt x="631321" y="347215"/>
                    <a:pt x="629543" y="348485"/>
                    <a:pt x="627892" y="350136"/>
                  </a:cubicBezTo>
                  <a:cubicBezTo>
                    <a:pt x="626241" y="351787"/>
                    <a:pt x="624971" y="353564"/>
                    <a:pt x="624082" y="355723"/>
                  </a:cubicBezTo>
                  <a:cubicBezTo>
                    <a:pt x="623193" y="357882"/>
                    <a:pt x="622812" y="360041"/>
                    <a:pt x="622812" y="362327"/>
                  </a:cubicBezTo>
                  <a:cubicBezTo>
                    <a:pt x="622812" y="364613"/>
                    <a:pt x="623193" y="366772"/>
                    <a:pt x="624082" y="368931"/>
                  </a:cubicBezTo>
                  <a:cubicBezTo>
                    <a:pt x="624971" y="371090"/>
                    <a:pt x="626241" y="372868"/>
                    <a:pt x="627892" y="374519"/>
                  </a:cubicBezTo>
                  <a:cubicBezTo>
                    <a:pt x="629543" y="376170"/>
                    <a:pt x="631448" y="377440"/>
                    <a:pt x="633480" y="378329"/>
                  </a:cubicBezTo>
                  <a:cubicBezTo>
                    <a:pt x="635512" y="379218"/>
                    <a:pt x="637798" y="379599"/>
                    <a:pt x="640084" y="379599"/>
                  </a:cubicBezTo>
                  <a:cubicBezTo>
                    <a:pt x="642370" y="379599"/>
                    <a:pt x="644529" y="379218"/>
                    <a:pt x="646688" y="378329"/>
                  </a:cubicBezTo>
                  <a:cubicBezTo>
                    <a:pt x="648847" y="377440"/>
                    <a:pt x="650625" y="376170"/>
                    <a:pt x="652276" y="374519"/>
                  </a:cubicBezTo>
                  <a:cubicBezTo>
                    <a:pt x="653927" y="372868"/>
                    <a:pt x="655197" y="370963"/>
                    <a:pt x="656086" y="368931"/>
                  </a:cubicBezTo>
                  <a:cubicBezTo>
                    <a:pt x="656340" y="368169"/>
                    <a:pt x="656594" y="367407"/>
                    <a:pt x="656848" y="366772"/>
                  </a:cubicBezTo>
                  <a:lnTo>
                    <a:pt x="656848" y="358009"/>
                  </a:lnTo>
                  <a:cubicBezTo>
                    <a:pt x="656594" y="357247"/>
                    <a:pt x="656340" y="356485"/>
                    <a:pt x="656086" y="355850"/>
                  </a:cubicBezTo>
                  <a:cubicBezTo>
                    <a:pt x="655197" y="353691"/>
                    <a:pt x="653927" y="351914"/>
                    <a:pt x="652276" y="350263"/>
                  </a:cubicBezTo>
                  <a:cubicBezTo>
                    <a:pt x="650625" y="348612"/>
                    <a:pt x="648720" y="347342"/>
                    <a:pt x="646688" y="346453"/>
                  </a:cubicBezTo>
                  <a:cubicBezTo>
                    <a:pt x="644656" y="345564"/>
                    <a:pt x="642370" y="345183"/>
                    <a:pt x="640084" y="345183"/>
                  </a:cubicBezTo>
                  <a:close/>
                </a:path>
              </a:pathLst>
            </a:custGeom>
            <a:solidFill>
              <a:srgbClr val="FFFFFF"/>
            </a:solidFill>
          </p:spPr>
        </p:sp>
      </p:grpSp>
      <p:grpSp>
        <p:nvGrpSpPr>
          <p:cNvPr name="Group 4" id="4"/>
          <p:cNvGrpSpPr/>
          <p:nvPr/>
        </p:nvGrpSpPr>
        <p:grpSpPr>
          <a:xfrm rot="0">
            <a:off x="13848426" y="-63046"/>
            <a:ext cx="4498972" cy="2086727"/>
            <a:chOff x="0" y="0"/>
            <a:chExt cx="4498975" cy="2086737"/>
          </a:xfrm>
        </p:grpSpPr>
        <p:sp>
          <p:nvSpPr>
            <p:cNvPr name="Freeform 5" id="5"/>
            <p:cNvSpPr/>
            <p:nvPr/>
          </p:nvSpPr>
          <p:spPr>
            <a:xfrm flipH="false" flipV="false" rot="0">
              <a:off x="63500" y="63500"/>
              <a:ext cx="4371975" cy="1957964"/>
            </a:xfrm>
            <a:custGeom>
              <a:avLst/>
              <a:gdLst/>
              <a:ahLst/>
              <a:cxnLst/>
              <a:rect r="r" b="b" t="t" l="l"/>
              <a:pathLst>
                <a:path h="1957964" w="4371975">
                  <a:moveTo>
                    <a:pt x="0" y="0"/>
                  </a:moveTo>
                  <a:lnTo>
                    <a:pt x="4371975" y="1957964"/>
                  </a:lnTo>
                  <a:lnTo>
                    <a:pt x="4371975" y="1956948"/>
                  </a:lnTo>
                  <a:lnTo>
                    <a:pt x="1620266" y="0"/>
                  </a:lnTo>
                  <a:close/>
                </a:path>
              </a:pathLst>
            </a:custGeom>
            <a:solidFill>
              <a:srgbClr val="D2EDFF"/>
            </a:solidFill>
          </p:spPr>
        </p:sp>
        <p:sp>
          <p:nvSpPr>
            <p:cNvPr name="Freeform 6" id="6"/>
            <p:cNvSpPr/>
            <p:nvPr/>
          </p:nvSpPr>
          <p:spPr>
            <a:xfrm flipH="false" flipV="false" rot="0">
              <a:off x="1683766" y="63500"/>
              <a:ext cx="2751709" cy="1452757"/>
            </a:xfrm>
            <a:custGeom>
              <a:avLst/>
              <a:gdLst/>
              <a:ahLst/>
              <a:cxnLst/>
              <a:rect r="r" b="b" t="t" l="l"/>
              <a:pathLst>
                <a:path h="1452757" w="2751709">
                  <a:moveTo>
                    <a:pt x="0" y="0"/>
                  </a:moveTo>
                  <a:lnTo>
                    <a:pt x="2751709" y="1452757"/>
                  </a:lnTo>
                  <a:lnTo>
                    <a:pt x="2751709" y="0"/>
                  </a:lnTo>
                  <a:close/>
                </a:path>
              </a:pathLst>
            </a:custGeom>
            <a:solidFill>
              <a:srgbClr val="312F84"/>
            </a:solidFill>
          </p:spPr>
        </p:sp>
        <p:sp>
          <p:nvSpPr>
            <p:cNvPr name="Freeform 7" id="7"/>
            <p:cNvSpPr/>
            <p:nvPr/>
          </p:nvSpPr>
          <p:spPr>
            <a:xfrm flipH="false" flipV="false" rot="0">
              <a:off x="1683766" y="63500"/>
              <a:ext cx="2751709" cy="1956948"/>
            </a:xfrm>
            <a:custGeom>
              <a:avLst/>
              <a:gdLst/>
              <a:ahLst/>
              <a:cxnLst/>
              <a:rect r="r" b="b" t="t" l="l"/>
              <a:pathLst>
                <a:path h="1956948" w="2751709">
                  <a:moveTo>
                    <a:pt x="0" y="0"/>
                  </a:moveTo>
                  <a:lnTo>
                    <a:pt x="2751709" y="1956948"/>
                  </a:lnTo>
                  <a:lnTo>
                    <a:pt x="2751709" y="1452757"/>
                  </a:lnTo>
                  <a:lnTo>
                    <a:pt x="0" y="0"/>
                  </a:lnTo>
                  <a:close/>
                </a:path>
              </a:pathLst>
            </a:custGeom>
            <a:solidFill>
              <a:srgbClr val="80B2E8"/>
            </a:solidFill>
          </p:spPr>
        </p:sp>
      </p:grpSp>
      <p:grpSp>
        <p:nvGrpSpPr>
          <p:cNvPr name="Group 8" id="8"/>
          <p:cNvGrpSpPr/>
          <p:nvPr/>
        </p:nvGrpSpPr>
        <p:grpSpPr>
          <a:xfrm rot="0">
            <a:off x="382238" y="8844239"/>
            <a:ext cx="1295400" cy="1200150"/>
            <a:chOff x="0" y="0"/>
            <a:chExt cx="1727200" cy="1600200"/>
          </a:xfrm>
        </p:grpSpPr>
        <p:sp>
          <p:nvSpPr>
            <p:cNvPr name="Freeform 9" id="9"/>
            <p:cNvSpPr/>
            <p:nvPr/>
          </p:nvSpPr>
          <p:spPr>
            <a:xfrm flipH="false" flipV="false" rot="0">
              <a:off x="0" y="0"/>
              <a:ext cx="1727200" cy="1600200"/>
            </a:xfrm>
            <a:custGeom>
              <a:avLst/>
              <a:gdLst/>
              <a:ahLst/>
              <a:cxnLst/>
              <a:rect r="r" b="b" t="t" l="l"/>
              <a:pathLst>
                <a:path h="1600200" w="1727200">
                  <a:moveTo>
                    <a:pt x="0" y="0"/>
                  </a:moveTo>
                  <a:lnTo>
                    <a:pt x="1727200" y="0"/>
                  </a:lnTo>
                  <a:lnTo>
                    <a:pt x="1727200" y="1600200"/>
                  </a:lnTo>
                  <a:lnTo>
                    <a:pt x="0" y="1600200"/>
                  </a:lnTo>
                  <a:lnTo>
                    <a:pt x="0" y="0"/>
                  </a:lnTo>
                  <a:close/>
                </a:path>
              </a:pathLst>
            </a:custGeom>
            <a:blipFill>
              <a:blip r:embed="rId2"/>
              <a:stretch>
                <a:fillRect l="0" t="0" r="0" b="0"/>
              </a:stretch>
            </a:blipFill>
          </p:spPr>
        </p:sp>
      </p:grpSp>
      <p:sp>
        <p:nvSpPr>
          <p:cNvPr name="Freeform 10" id="10"/>
          <p:cNvSpPr/>
          <p:nvPr/>
        </p:nvSpPr>
        <p:spPr>
          <a:xfrm flipH="false" flipV="false" rot="0">
            <a:off x="-66551" y="-63436"/>
            <a:ext cx="3542748" cy="3313824"/>
          </a:xfrm>
          <a:custGeom>
            <a:avLst/>
            <a:gdLst/>
            <a:ahLst/>
            <a:cxnLst/>
            <a:rect r="r" b="b" t="t" l="l"/>
            <a:pathLst>
              <a:path h="3313824" w="3542748">
                <a:moveTo>
                  <a:pt x="0" y="0"/>
                </a:moveTo>
                <a:lnTo>
                  <a:pt x="3542747" y="0"/>
                </a:lnTo>
                <a:lnTo>
                  <a:pt x="3542747" y="3313823"/>
                </a:lnTo>
                <a:lnTo>
                  <a:pt x="0" y="33138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0" y="0"/>
            <a:ext cx="3141545" cy="1232268"/>
            <a:chOff x="0" y="0"/>
            <a:chExt cx="4188727" cy="1643024"/>
          </a:xfrm>
        </p:grpSpPr>
        <p:sp>
          <p:nvSpPr>
            <p:cNvPr name="Freeform 12" id="12"/>
            <p:cNvSpPr/>
            <p:nvPr/>
          </p:nvSpPr>
          <p:spPr>
            <a:xfrm flipH="false" flipV="false" rot="0">
              <a:off x="0" y="0"/>
              <a:ext cx="4188714" cy="1642999"/>
            </a:xfrm>
            <a:custGeom>
              <a:avLst/>
              <a:gdLst/>
              <a:ahLst/>
              <a:cxnLst/>
              <a:rect r="r" b="b" t="t" l="l"/>
              <a:pathLst>
                <a:path h="1642999" w="4188714">
                  <a:moveTo>
                    <a:pt x="0" y="0"/>
                  </a:moveTo>
                  <a:lnTo>
                    <a:pt x="4188714" y="0"/>
                  </a:lnTo>
                  <a:lnTo>
                    <a:pt x="4188714" y="1642999"/>
                  </a:lnTo>
                  <a:lnTo>
                    <a:pt x="0" y="1642999"/>
                  </a:lnTo>
                  <a:lnTo>
                    <a:pt x="0" y="0"/>
                  </a:lnTo>
                  <a:close/>
                </a:path>
              </a:pathLst>
            </a:custGeom>
            <a:blipFill>
              <a:blip r:embed="rId5"/>
              <a:stretch>
                <a:fillRect l="-9150" t="-12080" r="0" b="-1"/>
              </a:stretch>
            </a:blipFill>
          </p:spPr>
        </p:sp>
      </p:grpSp>
      <p:grpSp>
        <p:nvGrpSpPr>
          <p:cNvPr name="Group 13" id="13"/>
          <p:cNvGrpSpPr/>
          <p:nvPr/>
        </p:nvGrpSpPr>
        <p:grpSpPr>
          <a:xfrm rot="0">
            <a:off x="-63503" y="-63503"/>
            <a:ext cx="3540176" cy="3313909"/>
            <a:chOff x="0" y="0"/>
            <a:chExt cx="3540176" cy="3313913"/>
          </a:xfrm>
        </p:grpSpPr>
        <p:sp>
          <p:nvSpPr>
            <p:cNvPr name="Freeform 14" id="14"/>
            <p:cNvSpPr/>
            <p:nvPr/>
          </p:nvSpPr>
          <p:spPr>
            <a:xfrm flipH="false" flipV="false" rot="0">
              <a:off x="63500" y="63500"/>
              <a:ext cx="3413125" cy="3186938"/>
            </a:xfrm>
            <a:custGeom>
              <a:avLst/>
              <a:gdLst/>
              <a:ahLst/>
              <a:cxnLst/>
              <a:rect r="r" b="b" t="t" l="l"/>
              <a:pathLst>
                <a:path h="3186938" w="3413125">
                  <a:moveTo>
                    <a:pt x="0" y="0"/>
                  </a:moveTo>
                  <a:lnTo>
                    <a:pt x="0" y="3186938"/>
                  </a:lnTo>
                  <a:lnTo>
                    <a:pt x="3413125" y="3186938"/>
                  </a:lnTo>
                  <a:lnTo>
                    <a:pt x="3413125" y="0"/>
                  </a:lnTo>
                  <a:close/>
                </a:path>
              </a:pathLst>
            </a:custGeom>
            <a:solidFill>
              <a:srgbClr val="000000">
                <a:alpha val="0"/>
              </a:srgbClr>
            </a:solidFill>
          </p:spPr>
        </p:sp>
        <p:sp>
          <p:nvSpPr>
            <p:cNvPr name="Freeform 15" id="15"/>
            <p:cNvSpPr/>
            <p:nvPr/>
          </p:nvSpPr>
          <p:spPr>
            <a:xfrm flipH="false" flipV="false" rot="0">
              <a:off x="1593088" y="1092200"/>
              <a:ext cx="658368" cy="380619"/>
            </a:xfrm>
            <a:custGeom>
              <a:avLst/>
              <a:gdLst/>
              <a:ahLst/>
              <a:cxnLst/>
              <a:rect r="r" b="b" t="t" l="l"/>
              <a:pathLst>
                <a:path h="380619" w="658368">
                  <a:moveTo>
                    <a:pt x="0" y="380619"/>
                  </a:moveTo>
                  <a:lnTo>
                    <a:pt x="658368" y="380619"/>
                  </a:lnTo>
                  <a:lnTo>
                    <a:pt x="658368" y="0"/>
                  </a:lnTo>
                  <a:lnTo>
                    <a:pt x="0" y="0"/>
                  </a:lnTo>
                  <a:close/>
                </a:path>
              </a:pathLst>
            </a:custGeom>
            <a:solidFill>
              <a:srgbClr val="000000">
                <a:alpha val="0"/>
              </a:srgbClr>
            </a:solidFill>
          </p:spPr>
        </p:sp>
      </p:grpSp>
      <p:grpSp>
        <p:nvGrpSpPr>
          <p:cNvPr name="Group 16" id="16"/>
          <p:cNvGrpSpPr/>
          <p:nvPr/>
        </p:nvGrpSpPr>
        <p:grpSpPr>
          <a:xfrm rot="0">
            <a:off x="13911929" y="0"/>
            <a:ext cx="4376071" cy="1960817"/>
            <a:chOff x="0" y="0"/>
            <a:chExt cx="4376064" cy="1960816"/>
          </a:xfrm>
        </p:grpSpPr>
        <p:sp>
          <p:nvSpPr>
            <p:cNvPr name="Freeform 17" id="17"/>
            <p:cNvSpPr/>
            <p:nvPr/>
          </p:nvSpPr>
          <p:spPr>
            <a:xfrm flipH="false" flipV="false" rot="0">
              <a:off x="0" y="0"/>
              <a:ext cx="4376036" cy="1960754"/>
            </a:xfrm>
            <a:custGeom>
              <a:avLst/>
              <a:gdLst/>
              <a:ahLst/>
              <a:cxnLst/>
              <a:rect r="r" b="b" t="t" l="l"/>
              <a:pathLst>
                <a:path h="1960754" w="4376036">
                  <a:moveTo>
                    <a:pt x="0" y="1960754"/>
                  </a:moveTo>
                  <a:lnTo>
                    <a:pt x="4376036" y="1960754"/>
                  </a:lnTo>
                  <a:lnTo>
                    <a:pt x="4376036" y="0"/>
                  </a:lnTo>
                  <a:lnTo>
                    <a:pt x="0" y="0"/>
                  </a:lnTo>
                  <a:close/>
                </a:path>
              </a:pathLst>
            </a:custGeom>
            <a:solidFill>
              <a:srgbClr val="000000">
                <a:alpha val="0"/>
              </a:srgbClr>
            </a:solidFill>
          </p:spPr>
        </p:sp>
      </p:grpSp>
      <p:sp>
        <p:nvSpPr>
          <p:cNvPr name="TextBox 18" id="18"/>
          <p:cNvSpPr txBox="true"/>
          <p:nvPr/>
        </p:nvSpPr>
        <p:spPr>
          <a:xfrm rot="0">
            <a:off x="7595347" y="1875092"/>
            <a:ext cx="10367008" cy="7939405"/>
          </a:xfrm>
          <a:prstGeom prst="rect">
            <a:avLst/>
          </a:prstGeom>
        </p:spPr>
        <p:txBody>
          <a:bodyPr anchor="t" rtlCol="false" tIns="0" lIns="0" bIns="0" rIns="0">
            <a:spAutoFit/>
          </a:bodyPr>
          <a:lstStyle/>
          <a:p>
            <a:pPr algn="just">
              <a:lnSpc>
                <a:spcPts val="3919"/>
              </a:lnSpc>
              <a:spcBef>
                <a:spcPct val="0"/>
              </a:spcBef>
            </a:pPr>
            <a:r>
              <a:rPr lang="en-US" sz="2799">
                <a:solidFill>
                  <a:srgbClr val="80B2E8"/>
                </a:solidFill>
                <a:latin typeface="Poppins"/>
                <a:ea typeface="Poppins"/>
                <a:cs typeface="Poppins"/>
                <a:sym typeface="Poppins"/>
              </a:rPr>
              <a:t>The Unity 3D engine, combined with the ML-Agents toolkit, hosts the proof-of-concept for Sim2Real autonomous delivery. The system uses an agent driven by the state-of-the-art policy gradient method, called Proximal Policy Optimization (PPO), for stable and efficient training. The agent was allowed to have Vector Observations (simulated GPS/Compass data) to perceive the relative position of the package and delivery van. With a very carefully designed reward function (penalizing time-wasting and collisions while incentivizing successful pickups and deliveries), in every iteration, the neural network optimizes its behavior. This gives the self-sustaining logistics unit the ability to make real-world decisions to carry out "Last Mile" deliveries efficiently, effectively bridging theoretical AI models with practical robotic application.</a:t>
            </a:r>
          </a:p>
        </p:txBody>
      </p:sp>
      <p:sp>
        <p:nvSpPr>
          <p:cNvPr name="Freeform 19" id="19"/>
          <p:cNvSpPr/>
          <p:nvPr/>
        </p:nvSpPr>
        <p:spPr>
          <a:xfrm flipH="false" flipV="false" rot="0">
            <a:off x="425915" y="4224569"/>
            <a:ext cx="6100563" cy="3326176"/>
          </a:xfrm>
          <a:custGeom>
            <a:avLst/>
            <a:gdLst/>
            <a:ahLst/>
            <a:cxnLst/>
            <a:rect r="r" b="b" t="t" l="l"/>
            <a:pathLst>
              <a:path h="3326176" w="6100563">
                <a:moveTo>
                  <a:pt x="0" y="0"/>
                </a:moveTo>
                <a:lnTo>
                  <a:pt x="6100563" y="0"/>
                </a:lnTo>
                <a:lnTo>
                  <a:pt x="6100563" y="3326176"/>
                </a:lnTo>
                <a:lnTo>
                  <a:pt x="0" y="3326176"/>
                </a:lnTo>
                <a:lnTo>
                  <a:pt x="0" y="0"/>
                </a:lnTo>
                <a:close/>
              </a:path>
            </a:pathLst>
          </a:custGeom>
          <a:blipFill>
            <a:blip r:embed="rId6"/>
            <a:stretch>
              <a:fillRect l="0" t="0" r="-2630" b="0"/>
            </a:stretch>
          </a:blipFill>
        </p:spPr>
      </p:sp>
      <p:sp>
        <p:nvSpPr>
          <p:cNvPr name="TextBox 20" id="20"/>
          <p:cNvSpPr txBox="true"/>
          <p:nvPr/>
        </p:nvSpPr>
        <p:spPr>
          <a:xfrm rot="0">
            <a:off x="4122258" y="257175"/>
            <a:ext cx="11122304" cy="1343025"/>
          </a:xfrm>
          <a:prstGeom prst="rect">
            <a:avLst/>
          </a:prstGeom>
        </p:spPr>
        <p:txBody>
          <a:bodyPr anchor="t" rtlCol="false" tIns="0" lIns="0" bIns="0" rIns="0">
            <a:spAutoFit/>
          </a:bodyPr>
          <a:lstStyle/>
          <a:p>
            <a:pPr algn="l">
              <a:lnSpc>
                <a:spcPts val="10080"/>
              </a:lnSpc>
            </a:pPr>
            <a:r>
              <a:rPr lang="en-US" b="true" sz="7200">
                <a:solidFill>
                  <a:srgbClr val="80B2E8"/>
                </a:solidFill>
                <a:latin typeface="Poppins Bold"/>
                <a:ea typeface="Poppins Bold"/>
                <a:cs typeface="Poppins Bold"/>
                <a:sym typeface="Poppins Bold"/>
              </a:rPr>
              <a:t>Your Proposed Solution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D2C"/>
        </a:solidFill>
      </p:bgPr>
    </p:bg>
    <p:spTree>
      <p:nvGrpSpPr>
        <p:cNvPr id="1" name=""/>
        <p:cNvGrpSpPr/>
        <p:nvPr/>
      </p:nvGrpSpPr>
      <p:grpSpPr>
        <a:xfrm>
          <a:off x="0" y="0"/>
          <a:ext cx="0" cy="0"/>
          <a:chOff x="0" y="0"/>
          <a:chExt cx="0" cy="0"/>
        </a:xfrm>
      </p:grpSpPr>
      <p:grpSp>
        <p:nvGrpSpPr>
          <p:cNvPr name="Group 2" id="2"/>
          <p:cNvGrpSpPr/>
          <p:nvPr/>
        </p:nvGrpSpPr>
        <p:grpSpPr>
          <a:xfrm rot="0">
            <a:off x="-59484" y="8272834"/>
            <a:ext cx="4498972" cy="2080717"/>
            <a:chOff x="0" y="0"/>
            <a:chExt cx="4498975" cy="2080717"/>
          </a:xfrm>
        </p:grpSpPr>
        <p:sp>
          <p:nvSpPr>
            <p:cNvPr name="Freeform 3" id="3"/>
            <p:cNvSpPr/>
            <p:nvPr/>
          </p:nvSpPr>
          <p:spPr>
            <a:xfrm flipH="false" flipV="false" rot="0">
              <a:off x="63500" y="65278"/>
              <a:ext cx="4351782" cy="1948945"/>
            </a:xfrm>
            <a:custGeom>
              <a:avLst/>
              <a:gdLst/>
              <a:ahLst/>
              <a:cxnLst/>
              <a:rect r="r" b="b" t="t" l="l"/>
              <a:pathLst>
                <a:path h="1948945" w="4351782">
                  <a:moveTo>
                    <a:pt x="0" y="0"/>
                  </a:moveTo>
                  <a:lnTo>
                    <a:pt x="0" y="1016"/>
                  </a:lnTo>
                  <a:lnTo>
                    <a:pt x="2739009" y="1948945"/>
                  </a:lnTo>
                  <a:lnTo>
                    <a:pt x="4351782" y="1948945"/>
                  </a:lnTo>
                  <a:lnTo>
                    <a:pt x="0" y="0"/>
                  </a:lnTo>
                  <a:close/>
                </a:path>
              </a:pathLst>
            </a:custGeom>
            <a:solidFill>
              <a:srgbClr val="D2EDFF"/>
            </a:solidFill>
          </p:spPr>
        </p:sp>
        <p:sp>
          <p:nvSpPr>
            <p:cNvPr name="Freeform 4" id="4"/>
            <p:cNvSpPr/>
            <p:nvPr/>
          </p:nvSpPr>
          <p:spPr>
            <a:xfrm flipH="false" flipV="false" rot="0">
              <a:off x="63500" y="570485"/>
              <a:ext cx="2734564" cy="1443738"/>
            </a:xfrm>
            <a:custGeom>
              <a:avLst/>
              <a:gdLst/>
              <a:ahLst/>
              <a:cxnLst/>
              <a:rect r="r" b="b" t="t" l="l"/>
              <a:pathLst>
                <a:path h="1443738" w="2734564">
                  <a:moveTo>
                    <a:pt x="0" y="0"/>
                  </a:moveTo>
                  <a:lnTo>
                    <a:pt x="0" y="1443738"/>
                  </a:lnTo>
                  <a:lnTo>
                    <a:pt x="2734564" y="1443738"/>
                  </a:lnTo>
                  <a:lnTo>
                    <a:pt x="0" y="0"/>
                  </a:lnTo>
                  <a:close/>
                </a:path>
              </a:pathLst>
            </a:custGeom>
            <a:solidFill>
              <a:srgbClr val="312F84"/>
            </a:solidFill>
          </p:spPr>
        </p:sp>
        <p:sp>
          <p:nvSpPr>
            <p:cNvPr name="Freeform 5" id="5"/>
            <p:cNvSpPr/>
            <p:nvPr/>
          </p:nvSpPr>
          <p:spPr>
            <a:xfrm flipH="false" flipV="false" rot="0">
              <a:off x="63500" y="66294"/>
              <a:ext cx="2739009" cy="1947929"/>
            </a:xfrm>
            <a:custGeom>
              <a:avLst/>
              <a:gdLst/>
              <a:ahLst/>
              <a:cxnLst/>
              <a:rect r="r" b="b" t="t" l="l"/>
              <a:pathLst>
                <a:path h="1947929" w="2739009">
                  <a:moveTo>
                    <a:pt x="0" y="0"/>
                  </a:moveTo>
                  <a:lnTo>
                    <a:pt x="0" y="504191"/>
                  </a:lnTo>
                  <a:lnTo>
                    <a:pt x="2734564" y="1947929"/>
                  </a:lnTo>
                  <a:lnTo>
                    <a:pt x="2739009" y="1947929"/>
                  </a:lnTo>
                  <a:lnTo>
                    <a:pt x="0" y="0"/>
                  </a:lnTo>
                  <a:close/>
                </a:path>
              </a:pathLst>
            </a:custGeom>
            <a:solidFill>
              <a:srgbClr val="80B2E8"/>
            </a:solidFill>
          </p:spPr>
        </p:sp>
      </p:grpSp>
      <p:grpSp>
        <p:nvGrpSpPr>
          <p:cNvPr name="Group 6" id="6"/>
          <p:cNvGrpSpPr/>
          <p:nvPr/>
        </p:nvGrpSpPr>
        <p:grpSpPr>
          <a:xfrm rot="0">
            <a:off x="1530125" y="1028700"/>
            <a:ext cx="656749" cy="379619"/>
            <a:chOff x="0" y="0"/>
            <a:chExt cx="656755" cy="379616"/>
          </a:xfrm>
        </p:grpSpPr>
        <p:sp>
          <p:nvSpPr>
            <p:cNvPr name="Freeform 7" id="7"/>
            <p:cNvSpPr/>
            <p:nvPr/>
          </p:nvSpPr>
          <p:spPr>
            <a:xfrm flipH="false" flipV="false" rot="0">
              <a:off x="0" y="0"/>
              <a:ext cx="656848" cy="379599"/>
            </a:xfrm>
            <a:custGeom>
              <a:avLst/>
              <a:gdLst/>
              <a:ahLst/>
              <a:cxnLst/>
              <a:rect r="r" b="b" t="t" l="l"/>
              <a:pathLst>
                <a:path h="379599" w="656848">
                  <a:moveTo>
                    <a:pt x="17272" y="0"/>
                  </a:moveTo>
                  <a:cubicBezTo>
                    <a:pt x="14986" y="0"/>
                    <a:pt x="12827" y="381"/>
                    <a:pt x="10668" y="1270"/>
                  </a:cubicBezTo>
                  <a:cubicBezTo>
                    <a:pt x="8509" y="2159"/>
                    <a:pt x="6731" y="3429"/>
                    <a:pt x="5080" y="5080"/>
                  </a:cubicBezTo>
                  <a:cubicBezTo>
                    <a:pt x="3429" y="6731"/>
                    <a:pt x="2159" y="8509"/>
                    <a:pt x="1270" y="10668"/>
                  </a:cubicBezTo>
                  <a:cubicBezTo>
                    <a:pt x="381" y="12827"/>
                    <a:pt x="0" y="14986"/>
                    <a:pt x="0" y="17272"/>
                  </a:cubicBezTo>
                  <a:cubicBezTo>
                    <a:pt x="0" y="19558"/>
                    <a:pt x="381" y="21717"/>
                    <a:pt x="1270" y="23876"/>
                  </a:cubicBezTo>
                  <a:cubicBezTo>
                    <a:pt x="2159" y="26035"/>
                    <a:pt x="3429" y="27813"/>
                    <a:pt x="5080" y="29464"/>
                  </a:cubicBezTo>
                  <a:cubicBezTo>
                    <a:pt x="6731" y="31115"/>
                    <a:pt x="8636" y="32385"/>
                    <a:pt x="10668" y="33274"/>
                  </a:cubicBezTo>
                  <a:cubicBezTo>
                    <a:pt x="12700" y="34163"/>
                    <a:pt x="14986" y="34544"/>
                    <a:pt x="17272" y="34544"/>
                  </a:cubicBezTo>
                  <a:lnTo>
                    <a:pt x="640084" y="34544"/>
                  </a:lnTo>
                  <a:cubicBezTo>
                    <a:pt x="642370" y="34544"/>
                    <a:pt x="644529" y="34163"/>
                    <a:pt x="646688" y="33274"/>
                  </a:cubicBezTo>
                  <a:cubicBezTo>
                    <a:pt x="648847" y="32385"/>
                    <a:pt x="650625" y="31115"/>
                    <a:pt x="652276" y="29464"/>
                  </a:cubicBezTo>
                  <a:cubicBezTo>
                    <a:pt x="653927" y="27813"/>
                    <a:pt x="655197" y="25908"/>
                    <a:pt x="656086" y="23876"/>
                  </a:cubicBezTo>
                  <a:cubicBezTo>
                    <a:pt x="656340" y="23114"/>
                    <a:pt x="656594" y="22352"/>
                    <a:pt x="656848" y="21717"/>
                  </a:cubicBezTo>
                  <a:lnTo>
                    <a:pt x="656848" y="12827"/>
                  </a:lnTo>
                  <a:cubicBezTo>
                    <a:pt x="656594" y="12192"/>
                    <a:pt x="656340" y="11430"/>
                    <a:pt x="655959" y="10668"/>
                  </a:cubicBezTo>
                  <a:cubicBezTo>
                    <a:pt x="655070" y="8509"/>
                    <a:pt x="653800" y="6731"/>
                    <a:pt x="652149" y="5080"/>
                  </a:cubicBezTo>
                  <a:cubicBezTo>
                    <a:pt x="650498" y="3429"/>
                    <a:pt x="648593" y="2159"/>
                    <a:pt x="646561" y="1270"/>
                  </a:cubicBezTo>
                  <a:cubicBezTo>
                    <a:pt x="644529" y="381"/>
                    <a:pt x="642243" y="0"/>
                    <a:pt x="639957" y="0"/>
                  </a:cubicBezTo>
                  <a:close/>
                  <a:moveTo>
                    <a:pt x="639957" y="172464"/>
                  </a:moveTo>
                  <a:cubicBezTo>
                    <a:pt x="637671" y="172464"/>
                    <a:pt x="635512" y="172845"/>
                    <a:pt x="633353" y="173734"/>
                  </a:cubicBezTo>
                  <a:cubicBezTo>
                    <a:pt x="631194" y="174623"/>
                    <a:pt x="629416" y="175893"/>
                    <a:pt x="627765" y="177544"/>
                  </a:cubicBezTo>
                  <a:cubicBezTo>
                    <a:pt x="626114" y="179195"/>
                    <a:pt x="624844" y="180973"/>
                    <a:pt x="623955" y="183132"/>
                  </a:cubicBezTo>
                  <a:cubicBezTo>
                    <a:pt x="623066" y="185291"/>
                    <a:pt x="622685" y="187450"/>
                    <a:pt x="622685" y="189736"/>
                  </a:cubicBezTo>
                  <a:cubicBezTo>
                    <a:pt x="622685" y="192022"/>
                    <a:pt x="623066" y="194181"/>
                    <a:pt x="623955" y="196340"/>
                  </a:cubicBezTo>
                  <a:cubicBezTo>
                    <a:pt x="624844" y="198499"/>
                    <a:pt x="626114" y="200277"/>
                    <a:pt x="627765" y="201928"/>
                  </a:cubicBezTo>
                  <a:cubicBezTo>
                    <a:pt x="629416" y="203579"/>
                    <a:pt x="631321" y="204849"/>
                    <a:pt x="633353" y="205738"/>
                  </a:cubicBezTo>
                  <a:cubicBezTo>
                    <a:pt x="635385" y="206627"/>
                    <a:pt x="637671" y="207008"/>
                    <a:pt x="639957" y="207008"/>
                  </a:cubicBezTo>
                  <a:lnTo>
                    <a:pt x="640084" y="207008"/>
                  </a:lnTo>
                  <a:cubicBezTo>
                    <a:pt x="642370" y="207008"/>
                    <a:pt x="644529" y="206627"/>
                    <a:pt x="646688" y="205738"/>
                  </a:cubicBezTo>
                  <a:cubicBezTo>
                    <a:pt x="648847" y="204849"/>
                    <a:pt x="650625" y="203579"/>
                    <a:pt x="652276" y="201928"/>
                  </a:cubicBezTo>
                  <a:cubicBezTo>
                    <a:pt x="653927" y="200277"/>
                    <a:pt x="655197" y="198372"/>
                    <a:pt x="656086" y="196340"/>
                  </a:cubicBezTo>
                  <a:cubicBezTo>
                    <a:pt x="656340" y="195578"/>
                    <a:pt x="656594" y="194816"/>
                    <a:pt x="656848" y="194181"/>
                  </a:cubicBezTo>
                  <a:lnTo>
                    <a:pt x="656848" y="185418"/>
                  </a:lnTo>
                  <a:cubicBezTo>
                    <a:pt x="656594" y="184656"/>
                    <a:pt x="656340" y="183894"/>
                    <a:pt x="656086" y="183259"/>
                  </a:cubicBezTo>
                  <a:cubicBezTo>
                    <a:pt x="655197" y="181100"/>
                    <a:pt x="653927" y="179322"/>
                    <a:pt x="652276" y="177671"/>
                  </a:cubicBezTo>
                  <a:cubicBezTo>
                    <a:pt x="650625" y="176020"/>
                    <a:pt x="648720" y="174750"/>
                    <a:pt x="646688" y="173861"/>
                  </a:cubicBezTo>
                  <a:cubicBezTo>
                    <a:pt x="644656" y="172972"/>
                    <a:pt x="642370" y="172591"/>
                    <a:pt x="640084" y="172591"/>
                  </a:cubicBezTo>
                  <a:close/>
                  <a:moveTo>
                    <a:pt x="640084" y="345056"/>
                  </a:moveTo>
                  <a:cubicBezTo>
                    <a:pt x="637798" y="345056"/>
                    <a:pt x="635639" y="345437"/>
                    <a:pt x="633480" y="346326"/>
                  </a:cubicBezTo>
                  <a:cubicBezTo>
                    <a:pt x="631321" y="347215"/>
                    <a:pt x="629543" y="348485"/>
                    <a:pt x="627892" y="350136"/>
                  </a:cubicBezTo>
                  <a:cubicBezTo>
                    <a:pt x="626241" y="351787"/>
                    <a:pt x="624971" y="353564"/>
                    <a:pt x="624082" y="355723"/>
                  </a:cubicBezTo>
                  <a:cubicBezTo>
                    <a:pt x="623193" y="357882"/>
                    <a:pt x="622812" y="360041"/>
                    <a:pt x="622812" y="362327"/>
                  </a:cubicBezTo>
                  <a:cubicBezTo>
                    <a:pt x="622812" y="364613"/>
                    <a:pt x="623193" y="366772"/>
                    <a:pt x="624082" y="368931"/>
                  </a:cubicBezTo>
                  <a:cubicBezTo>
                    <a:pt x="624971" y="371090"/>
                    <a:pt x="626241" y="372868"/>
                    <a:pt x="627892" y="374519"/>
                  </a:cubicBezTo>
                  <a:cubicBezTo>
                    <a:pt x="629543" y="376170"/>
                    <a:pt x="631448" y="377440"/>
                    <a:pt x="633480" y="378329"/>
                  </a:cubicBezTo>
                  <a:cubicBezTo>
                    <a:pt x="635512" y="379218"/>
                    <a:pt x="637798" y="379599"/>
                    <a:pt x="640084" y="379599"/>
                  </a:cubicBezTo>
                  <a:cubicBezTo>
                    <a:pt x="642370" y="379599"/>
                    <a:pt x="644529" y="379218"/>
                    <a:pt x="646688" y="378329"/>
                  </a:cubicBezTo>
                  <a:cubicBezTo>
                    <a:pt x="648847" y="377440"/>
                    <a:pt x="650625" y="376170"/>
                    <a:pt x="652276" y="374519"/>
                  </a:cubicBezTo>
                  <a:cubicBezTo>
                    <a:pt x="653927" y="372868"/>
                    <a:pt x="655197" y="370963"/>
                    <a:pt x="656086" y="368931"/>
                  </a:cubicBezTo>
                  <a:cubicBezTo>
                    <a:pt x="656340" y="368169"/>
                    <a:pt x="656594" y="367407"/>
                    <a:pt x="656848" y="366772"/>
                  </a:cubicBezTo>
                  <a:lnTo>
                    <a:pt x="656848" y="358009"/>
                  </a:lnTo>
                  <a:cubicBezTo>
                    <a:pt x="656594" y="357247"/>
                    <a:pt x="656340" y="356485"/>
                    <a:pt x="656086" y="355850"/>
                  </a:cubicBezTo>
                  <a:cubicBezTo>
                    <a:pt x="655197" y="353691"/>
                    <a:pt x="653927" y="351914"/>
                    <a:pt x="652276" y="350263"/>
                  </a:cubicBezTo>
                  <a:cubicBezTo>
                    <a:pt x="650625" y="348612"/>
                    <a:pt x="648720" y="347342"/>
                    <a:pt x="646688" y="346453"/>
                  </a:cubicBezTo>
                  <a:cubicBezTo>
                    <a:pt x="644656" y="345564"/>
                    <a:pt x="642370" y="345183"/>
                    <a:pt x="640084" y="345183"/>
                  </a:cubicBezTo>
                  <a:close/>
                </a:path>
              </a:pathLst>
            </a:custGeom>
            <a:solidFill>
              <a:srgbClr val="FFFFFF"/>
            </a:solidFill>
          </p:spPr>
        </p:sp>
      </p:grpSp>
      <p:grpSp>
        <p:nvGrpSpPr>
          <p:cNvPr name="Group 8" id="8"/>
          <p:cNvGrpSpPr/>
          <p:nvPr/>
        </p:nvGrpSpPr>
        <p:grpSpPr>
          <a:xfrm rot="0">
            <a:off x="12609119" y="2262997"/>
            <a:ext cx="1278331" cy="1278331"/>
            <a:chOff x="0" y="0"/>
            <a:chExt cx="1278331" cy="1278331"/>
          </a:xfrm>
        </p:grpSpPr>
        <p:sp>
          <p:nvSpPr>
            <p:cNvPr name="Freeform 9" id="9"/>
            <p:cNvSpPr/>
            <p:nvPr/>
          </p:nvSpPr>
          <p:spPr>
            <a:xfrm flipH="false" flipV="false" rot="0">
              <a:off x="63500" y="537463"/>
              <a:ext cx="112903" cy="45212"/>
            </a:xfrm>
            <a:custGeom>
              <a:avLst/>
              <a:gdLst/>
              <a:ahLst/>
              <a:cxnLst/>
              <a:rect r="r" b="b" t="t" l="l"/>
              <a:pathLst>
                <a:path h="45212" w="112903">
                  <a:moveTo>
                    <a:pt x="22606" y="127"/>
                  </a:moveTo>
                  <a:cubicBezTo>
                    <a:pt x="10160" y="127"/>
                    <a:pt x="127" y="10160"/>
                    <a:pt x="0" y="22479"/>
                  </a:cubicBezTo>
                  <a:lnTo>
                    <a:pt x="0" y="22860"/>
                  </a:lnTo>
                  <a:cubicBezTo>
                    <a:pt x="127" y="35179"/>
                    <a:pt x="10160" y="45212"/>
                    <a:pt x="22606" y="45212"/>
                  </a:cubicBezTo>
                  <a:lnTo>
                    <a:pt x="90297" y="45212"/>
                  </a:lnTo>
                  <a:cubicBezTo>
                    <a:pt x="102743" y="45212"/>
                    <a:pt x="112903" y="35052"/>
                    <a:pt x="112903" y="22606"/>
                  </a:cubicBezTo>
                  <a:cubicBezTo>
                    <a:pt x="112903" y="10160"/>
                    <a:pt x="102743" y="0"/>
                    <a:pt x="90297" y="0"/>
                  </a:cubicBezTo>
                  <a:close/>
                </a:path>
              </a:pathLst>
            </a:custGeom>
            <a:solidFill>
              <a:srgbClr val="101824"/>
            </a:solidFill>
          </p:spPr>
        </p:sp>
        <p:sp>
          <p:nvSpPr>
            <p:cNvPr name="Freeform 10" id="10"/>
            <p:cNvSpPr/>
            <p:nvPr/>
          </p:nvSpPr>
          <p:spPr>
            <a:xfrm flipH="false" flipV="false" rot="0">
              <a:off x="105950" y="402113"/>
              <a:ext cx="92900" cy="92900"/>
            </a:xfrm>
            <a:custGeom>
              <a:avLst/>
              <a:gdLst/>
              <a:ahLst/>
              <a:cxnLst/>
              <a:rect r="r" b="b" t="t" l="l"/>
              <a:pathLst>
                <a:path h="92900" w="92900">
                  <a:moveTo>
                    <a:pt x="38449" y="6572"/>
                  </a:moveTo>
                  <a:cubicBezTo>
                    <a:pt x="29686" y="-2191"/>
                    <a:pt x="15335" y="-2191"/>
                    <a:pt x="6572" y="6572"/>
                  </a:cubicBezTo>
                  <a:cubicBezTo>
                    <a:pt x="-2191" y="15335"/>
                    <a:pt x="-2191" y="29686"/>
                    <a:pt x="6572" y="38449"/>
                  </a:cubicBezTo>
                  <a:lnTo>
                    <a:pt x="54451" y="86328"/>
                  </a:lnTo>
                  <a:cubicBezTo>
                    <a:pt x="63214" y="95091"/>
                    <a:pt x="77565" y="95091"/>
                    <a:pt x="86328" y="86328"/>
                  </a:cubicBezTo>
                  <a:cubicBezTo>
                    <a:pt x="95091" y="77565"/>
                    <a:pt x="95091" y="63214"/>
                    <a:pt x="86328" y="54451"/>
                  </a:cubicBezTo>
                  <a:lnTo>
                    <a:pt x="38449" y="6572"/>
                  </a:lnTo>
                  <a:close/>
                </a:path>
              </a:pathLst>
            </a:custGeom>
            <a:solidFill>
              <a:srgbClr val="101824"/>
            </a:solidFill>
          </p:spPr>
        </p:sp>
        <p:sp>
          <p:nvSpPr>
            <p:cNvPr name="Freeform 11" id="11"/>
            <p:cNvSpPr/>
            <p:nvPr/>
          </p:nvSpPr>
          <p:spPr>
            <a:xfrm flipH="false" flipV="false" rot="0">
              <a:off x="105950" y="625252"/>
              <a:ext cx="92900" cy="92900"/>
            </a:xfrm>
            <a:custGeom>
              <a:avLst/>
              <a:gdLst/>
              <a:ahLst/>
              <a:cxnLst/>
              <a:rect r="r" b="b" t="t" l="l"/>
              <a:pathLst>
                <a:path h="92900" w="92900">
                  <a:moveTo>
                    <a:pt x="54451" y="6445"/>
                  </a:moveTo>
                  <a:lnTo>
                    <a:pt x="6572" y="54451"/>
                  </a:lnTo>
                  <a:cubicBezTo>
                    <a:pt x="-2191" y="63214"/>
                    <a:pt x="-2191" y="77565"/>
                    <a:pt x="6572" y="86328"/>
                  </a:cubicBezTo>
                  <a:cubicBezTo>
                    <a:pt x="15335" y="95091"/>
                    <a:pt x="29686" y="95091"/>
                    <a:pt x="38449" y="86328"/>
                  </a:cubicBezTo>
                  <a:lnTo>
                    <a:pt x="86328" y="38449"/>
                  </a:lnTo>
                  <a:cubicBezTo>
                    <a:pt x="95091" y="29686"/>
                    <a:pt x="95091" y="15335"/>
                    <a:pt x="86328" y="6572"/>
                  </a:cubicBezTo>
                  <a:cubicBezTo>
                    <a:pt x="77565" y="-2191"/>
                    <a:pt x="63214" y="-2191"/>
                    <a:pt x="54451" y="6572"/>
                  </a:cubicBezTo>
                  <a:close/>
                </a:path>
              </a:pathLst>
            </a:custGeom>
            <a:solidFill>
              <a:srgbClr val="101824"/>
            </a:solidFill>
          </p:spPr>
        </p:sp>
        <p:sp>
          <p:nvSpPr>
            <p:cNvPr name="Freeform 12" id="12"/>
            <p:cNvSpPr/>
            <p:nvPr/>
          </p:nvSpPr>
          <p:spPr>
            <a:xfrm flipH="false" flipV="false" rot="0">
              <a:off x="1101977" y="537590"/>
              <a:ext cx="112903" cy="45212"/>
            </a:xfrm>
            <a:custGeom>
              <a:avLst/>
              <a:gdLst/>
              <a:ahLst/>
              <a:cxnLst/>
              <a:rect r="r" b="b" t="t" l="l"/>
              <a:pathLst>
                <a:path h="45212" w="112903">
                  <a:moveTo>
                    <a:pt x="90297" y="0"/>
                  </a:moveTo>
                  <a:lnTo>
                    <a:pt x="22606" y="0"/>
                  </a:lnTo>
                  <a:cubicBezTo>
                    <a:pt x="10160" y="0"/>
                    <a:pt x="0" y="10160"/>
                    <a:pt x="0" y="22606"/>
                  </a:cubicBezTo>
                  <a:cubicBezTo>
                    <a:pt x="0" y="35052"/>
                    <a:pt x="10160" y="45212"/>
                    <a:pt x="22606" y="45212"/>
                  </a:cubicBezTo>
                  <a:lnTo>
                    <a:pt x="90297" y="45212"/>
                  </a:lnTo>
                  <a:cubicBezTo>
                    <a:pt x="102743" y="45212"/>
                    <a:pt x="112903" y="35052"/>
                    <a:pt x="112903" y="22606"/>
                  </a:cubicBezTo>
                  <a:cubicBezTo>
                    <a:pt x="112903" y="10160"/>
                    <a:pt x="102743" y="0"/>
                    <a:pt x="90297" y="0"/>
                  </a:cubicBezTo>
                  <a:close/>
                </a:path>
              </a:pathLst>
            </a:custGeom>
            <a:solidFill>
              <a:srgbClr val="101824"/>
            </a:solidFill>
          </p:spPr>
        </p:sp>
        <p:sp>
          <p:nvSpPr>
            <p:cNvPr name="Freeform 13" id="13"/>
            <p:cNvSpPr/>
            <p:nvPr/>
          </p:nvSpPr>
          <p:spPr>
            <a:xfrm flipH="false" flipV="false" rot="0">
              <a:off x="1079530" y="402240"/>
              <a:ext cx="92900" cy="92900"/>
            </a:xfrm>
            <a:custGeom>
              <a:avLst/>
              <a:gdLst/>
              <a:ahLst/>
              <a:cxnLst/>
              <a:rect r="r" b="b" t="t" l="l"/>
              <a:pathLst>
                <a:path h="92900" w="92900">
                  <a:moveTo>
                    <a:pt x="6445" y="86328"/>
                  </a:moveTo>
                  <a:cubicBezTo>
                    <a:pt x="15208" y="95091"/>
                    <a:pt x="29559" y="95091"/>
                    <a:pt x="38322" y="86328"/>
                  </a:cubicBezTo>
                  <a:lnTo>
                    <a:pt x="86328" y="38449"/>
                  </a:lnTo>
                  <a:cubicBezTo>
                    <a:pt x="95091" y="29686"/>
                    <a:pt x="95091" y="15335"/>
                    <a:pt x="86328" y="6572"/>
                  </a:cubicBezTo>
                  <a:cubicBezTo>
                    <a:pt x="77565" y="-2191"/>
                    <a:pt x="63214" y="-2191"/>
                    <a:pt x="54451" y="6572"/>
                  </a:cubicBezTo>
                  <a:lnTo>
                    <a:pt x="6572" y="54451"/>
                  </a:lnTo>
                  <a:cubicBezTo>
                    <a:pt x="-2191" y="63214"/>
                    <a:pt x="-2191" y="77565"/>
                    <a:pt x="6572" y="86328"/>
                  </a:cubicBezTo>
                  <a:close/>
                </a:path>
              </a:pathLst>
            </a:custGeom>
            <a:solidFill>
              <a:srgbClr val="101824"/>
            </a:solidFill>
          </p:spPr>
        </p:sp>
        <p:sp>
          <p:nvSpPr>
            <p:cNvPr name="Freeform 14" id="14"/>
            <p:cNvSpPr/>
            <p:nvPr/>
          </p:nvSpPr>
          <p:spPr>
            <a:xfrm flipH="false" flipV="false" rot="0">
              <a:off x="1079530" y="625125"/>
              <a:ext cx="92900" cy="92900"/>
            </a:xfrm>
            <a:custGeom>
              <a:avLst/>
              <a:gdLst/>
              <a:ahLst/>
              <a:cxnLst/>
              <a:rect r="r" b="b" t="t" l="l"/>
              <a:pathLst>
                <a:path h="92900" w="92900">
                  <a:moveTo>
                    <a:pt x="38449" y="6572"/>
                  </a:moveTo>
                  <a:cubicBezTo>
                    <a:pt x="29686" y="-2191"/>
                    <a:pt x="15335" y="-2191"/>
                    <a:pt x="6572" y="6572"/>
                  </a:cubicBezTo>
                  <a:cubicBezTo>
                    <a:pt x="-2191" y="15335"/>
                    <a:pt x="-2191" y="29686"/>
                    <a:pt x="6572" y="38449"/>
                  </a:cubicBezTo>
                  <a:lnTo>
                    <a:pt x="54451" y="86328"/>
                  </a:lnTo>
                  <a:cubicBezTo>
                    <a:pt x="63214" y="95091"/>
                    <a:pt x="77565" y="95091"/>
                    <a:pt x="86328" y="86328"/>
                  </a:cubicBezTo>
                  <a:cubicBezTo>
                    <a:pt x="95091" y="77565"/>
                    <a:pt x="95091" y="63214"/>
                    <a:pt x="86328" y="54451"/>
                  </a:cubicBezTo>
                  <a:lnTo>
                    <a:pt x="38449" y="6572"/>
                  </a:lnTo>
                  <a:close/>
                </a:path>
              </a:pathLst>
            </a:custGeom>
            <a:solidFill>
              <a:srgbClr val="101824"/>
            </a:solidFill>
          </p:spPr>
        </p:sp>
        <p:sp>
          <p:nvSpPr>
            <p:cNvPr name="Freeform 15" id="15"/>
            <p:cNvSpPr/>
            <p:nvPr/>
          </p:nvSpPr>
          <p:spPr>
            <a:xfrm flipH="false" flipV="false" rot="0">
              <a:off x="311803" y="63500"/>
              <a:ext cx="767695" cy="1151380"/>
            </a:xfrm>
            <a:custGeom>
              <a:avLst/>
              <a:gdLst/>
              <a:ahLst/>
              <a:cxnLst/>
              <a:rect r="r" b="b" t="t" l="l"/>
              <a:pathLst>
                <a:path h="1151380" w="767695">
                  <a:moveTo>
                    <a:pt x="541889" y="45212"/>
                  </a:moveTo>
                  <a:cubicBezTo>
                    <a:pt x="641457" y="45212"/>
                    <a:pt x="722483" y="126238"/>
                    <a:pt x="722483" y="225805"/>
                  </a:cubicBezTo>
                  <a:cubicBezTo>
                    <a:pt x="722483" y="325373"/>
                    <a:pt x="641457" y="406399"/>
                    <a:pt x="541889" y="406399"/>
                  </a:cubicBezTo>
                  <a:cubicBezTo>
                    <a:pt x="442322" y="406399"/>
                    <a:pt x="361169" y="325373"/>
                    <a:pt x="361169" y="225805"/>
                  </a:cubicBezTo>
                  <a:cubicBezTo>
                    <a:pt x="361169" y="126238"/>
                    <a:pt x="442195" y="45212"/>
                    <a:pt x="541889" y="45212"/>
                  </a:cubicBezTo>
                  <a:close/>
                  <a:moveTo>
                    <a:pt x="293478" y="564387"/>
                  </a:moveTo>
                  <a:cubicBezTo>
                    <a:pt x="318370" y="564387"/>
                    <a:pt x="338690" y="584580"/>
                    <a:pt x="338690" y="609599"/>
                  </a:cubicBezTo>
                  <a:cubicBezTo>
                    <a:pt x="338690" y="634618"/>
                    <a:pt x="318497" y="654811"/>
                    <a:pt x="293478" y="654811"/>
                  </a:cubicBezTo>
                  <a:cubicBezTo>
                    <a:pt x="268459" y="654811"/>
                    <a:pt x="248266" y="634618"/>
                    <a:pt x="248266" y="609599"/>
                  </a:cubicBezTo>
                  <a:cubicBezTo>
                    <a:pt x="248266" y="584580"/>
                    <a:pt x="268459" y="564387"/>
                    <a:pt x="293478" y="564387"/>
                  </a:cubicBezTo>
                  <a:close/>
                  <a:moveTo>
                    <a:pt x="293605" y="225678"/>
                  </a:moveTo>
                  <a:cubicBezTo>
                    <a:pt x="301098" y="225678"/>
                    <a:pt x="308591" y="226059"/>
                    <a:pt x="316084" y="226694"/>
                  </a:cubicBezTo>
                  <a:cubicBezTo>
                    <a:pt x="316592" y="350392"/>
                    <a:pt x="417176" y="450849"/>
                    <a:pt x="540746" y="451484"/>
                  </a:cubicBezTo>
                  <a:cubicBezTo>
                    <a:pt x="546080" y="510285"/>
                    <a:pt x="530078" y="570102"/>
                    <a:pt x="495662" y="618362"/>
                  </a:cubicBezTo>
                  <a:cubicBezTo>
                    <a:pt x="431400" y="708151"/>
                    <a:pt x="393554" y="814068"/>
                    <a:pt x="385426" y="925574"/>
                  </a:cubicBezTo>
                  <a:lnTo>
                    <a:pt x="316084" y="925574"/>
                  </a:lnTo>
                  <a:lnTo>
                    <a:pt x="316084" y="696975"/>
                  </a:lnTo>
                  <a:cubicBezTo>
                    <a:pt x="354946" y="686942"/>
                    <a:pt x="383775" y="651509"/>
                    <a:pt x="383775" y="609472"/>
                  </a:cubicBezTo>
                  <a:cubicBezTo>
                    <a:pt x="383775" y="559688"/>
                    <a:pt x="343262" y="519175"/>
                    <a:pt x="293478" y="519175"/>
                  </a:cubicBezTo>
                  <a:cubicBezTo>
                    <a:pt x="243694" y="519175"/>
                    <a:pt x="203181" y="559688"/>
                    <a:pt x="203181" y="609472"/>
                  </a:cubicBezTo>
                  <a:cubicBezTo>
                    <a:pt x="203181" y="651509"/>
                    <a:pt x="232010" y="686815"/>
                    <a:pt x="270872" y="696975"/>
                  </a:cubicBezTo>
                  <a:lnTo>
                    <a:pt x="270872" y="925574"/>
                  </a:lnTo>
                  <a:lnTo>
                    <a:pt x="202292" y="925574"/>
                  </a:lnTo>
                  <a:cubicBezTo>
                    <a:pt x="195942" y="816608"/>
                    <a:pt x="157969" y="710945"/>
                    <a:pt x="91802" y="618870"/>
                  </a:cubicBezTo>
                  <a:cubicBezTo>
                    <a:pt x="16491" y="514095"/>
                    <a:pt x="33763" y="367918"/>
                    <a:pt x="134855" y="283463"/>
                  </a:cubicBezTo>
                  <a:cubicBezTo>
                    <a:pt x="179940" y="245871"/>
                    <a:pt x="236201" y="225678"/>
                    <a:pt x="293605" y="225678"/>
                  </a:cubicBezTo>
                  <a:close/>
                  <a:moveTo>
                    <a:pt x="180575" y="970659"/>
                  </a:moveTo>
                  <a:cubicBezTo>
                    <a:pt x="432289" y="970659"/>
                    <a:pt x="404603" y="970659"/>
                    <a:pt x="406762" y="970659"/>
                  </a:cubicBezTo>
                  <a:cubicBezTo>
                    <a:pt x="418954" y="970913"/>
                    <a:pt x="428860" y="980946"/>
                    <a:pt x="428860" y="993265"/>
                  </a:cubicBezTo>
                  <a:cubicBezTo>
                    <a:pt x="428860" y="1005711"/>
                    <a:pt x="418700" y="1015871"/>
                    <a:pt x="406254" y="1015871"/>
                  </a:cubicBezTo>
                  <a:lnTo>
                    <a:pt x="180575" y="1015871"/>
                  </a:lnTo>
                  <a:cubicBezTo>
                    <a:pt x="168129" y="1015871"/>
                    <a:pt x="157969" y="1005711"/>
                    <a:pt x="157969" y="993265"/>
                  </a:cubicBezTo>
                  <a:cubicBezTo>
                    <a:pt x="157969" y="980819"/>
                    <a:pt x="168129" y="970659"/>
                    <a:pt x="180575" y="970659"/>
                  </a:cubicBezTo>
                  <a:close/>
                  <a:moveTo>
                    <a:pt x="357359" y="1060956"/>
                  </a:moveTo>
                  <a:cubicBezTo>
                    <a:pt x="348088" y="1087245"/>
                    <a:pt x="322942" y="1106168"/>
                    <a:pt x="293478" y="1106168"/>
                  </a:cubicBezTo>
                  <a:cubicBezTo>
                    <a:pt x="264014" y="1106168"/>
                    <a:pt x="238995" y="1087245"/>
                    <a:pt x="229597" y="1060956"/>
                  </a:cubicBezTo>
                  <a:close/>
                  <a:moveTo>
                    <a:pt x="541254" y="0"/>
                  </a:moveTo>
                  <a:cubicBezTo>
                    <a:pt x="432035" y="254"/>
                    <a:pt x="340849" y="78486"/>
                    <a:pt x="320402" y="181864"/>
                  </a:cubicBezTo>
                  <a:cubicBezTo>
                    <a:pt x="311512" y="181102"/>
                    <a:pt x="302495" y="180594"/>
                    <a:pt x="293605" y="180594"/>
                  </a:cubicBezTo>
                  <a:cubicBezTo>
                    <a:pt x="225533" y="180594"/>
                    <a:pt x="159239" y="204342"/>
                    <a:pt x="105899" y="248919"/>
                  </a:cubicBezTo>
                  <a:cubicBezTo>
                    <a:pt x="-13354" y="348487"/>
                    <a:pt x="-34182" y="521207"/>
                    <a:pt x="55099" y="645286"/>
                  </a:cubicBezTo>
                  <a:cubicBezTo>
                    <a:pt x="116567" y="730883"/>
                    <a:pt x="151746" y="828800"/>
                    <a:pt x="157334" y="929765"/>
                  </a:cubicBezTo>
                  <a:cubicBezTo>
                    <a:pt x="131426" y="939290"/>
                    <a:pt x="113011" y="964182"/>
                    <a:pt x="113011" y="993392"/>
                  </a:cubicBezTo>
                  <a:cubicBezTo>
                    <a:pt x="113011" y="1030730"/>
                    <a:pt x="143364" y="1061083"/>
                    <a:pt x="180702" y="1061083"/>
                  </a:cubicBezTo>
                  <a:lnTo>
                    <a:pt x="182988" y="1061083"/>
                  </a:lnTo>
                  <a:cubicBezTo>
                    <a:pt x="193529" y="1112518"/>
                    <a:pt x="239122" y="1151380"/>
                    <a:pt x="293605" y="1151380"/>
                  </a:cubicBezTo>
                  <a:cubicBezTo>
                    <a:pt x="348088" y="1151380"/>
                    <a:pt x="393681" y="1112518"/>
                    <a:pt x="404222" y="1061083"/>
                  </a:cubicBezTo>
                  <a:lnTo>
                    <a:pt x="406508" y="1061083"/>
                  </a:lnTo>
                  <a:cubicBezTo>
                    <a:pt x="443846" y="1061083"/>
                    <a:pt x="474199" y="1030730"/>
                    <a:pt x="474199" y="993392"/>
                  </a:cubicBezTo>
                  <a:cubicBezTo>
                    <a:pt x="474199" y="964563"/>
                    <a:pt x="456038" y="939798"/>
                    <a:pt x="430511" y="930146"/>
                  </a:cubicBezTo>
                  <a:cubicBezTo>
                    <a:pt x="437877" y="826387"/>
                    <a:pt x="472929" y="728089"/>
                    <a:pt x="532491" y="644778"/>
                  </a:cubicBezTo>
                  <a:cubicBezTo>
                    <a:pt x="573258" y="587755"/>
                    <a:pt x="592181" y="517016"/>
                    <a:pt x="585831" y="447420"/>
                  </a:cubicBezTo>
                  <a:cubicBezTo>
                    <a:pt x="689336" y="426973"/>
                    <a:pt x="767695" y="335406"/>
                    <a:pt x="767695" y="225932"/>
                  </a:cubicBezTo>
                  <a:cubicBezTo>
                    <a:pt x="767695" y="101600"/>
                    <a:pt x="666730" y="508"/>
                    <a:pt x="542524" y="127"/>
                  </a:cubicBezTo>
                  <a:close/>
                </a:path>
              </a:pathLst>
            </a:custGeom>
            <a:solidFill>
              <a:srgbClr val="101824"/>
            </a:solidFill>
          </p:spPr>
        </p:sp>
        <p:sp>
          <p:nvSpPr>
            <p:cNvPr name="Freeform 16" id="16"/>
            <p:cNvSpPr/>
            <p:nvPr/>
          </p:nvSpPr>
          <p:spPr>
            <a:xfrm flipH="false" flipV="false" rot="0">
              <a:off x="746409" y="207549"/>
              <a:ext cx="214312" cy="163512"/>
            </a:xfrm>
            <a:custGeom>
              <a:avLst/>
              <a:gdLst/>
              <a:ahLst/>
              <a:cxnLst/>
              <a:rect r="r" b="b" t="t" l="l"/>
              <a:pathLst>
                <a:path h="163512" w="214312">
                  <a:moveTo>
                    <a:pt x="175863" y="6446"/>
                  </a:moveTo>
                  <a:lnTo>
                    <a:pt x="73247" y="109061"/>
                  </a:lnTo>
                  <a:lnTo>
                    <a:pt x="38450" y="74263"/>
                  </a:lnTo>
                  <a:cubicBezTo>
                    <a:pt x="29687" y="65500"/>
                    <a:pt x="15336" y="65500"/>
                    <a:pt x="6573" y="74263"/>
                  </a:cubicBezTo>
                  <a:cubicBezTo>
                    <a:pt x="-2190" y="83026"/>
                    <a:pt x="-2190" y="97377"/>
                    <a:pt x="6573" y="106140"/>
                  </a:cubicBezTo>
                  <a:lnTo>
                    <a:pt x="57373" y="156940"/>
                  </a:lnTo>
                  <a:cubicBezTo>
                    <a:pt x="66136" y="165703"/>
                    <a:pt x="80486" y="165703"/>
                    <a:pt x="89249" y="156940"/>
                  </a:cubicBezTo>
                  <a:lnTo>
                    <a:pt x="207740" y="38450"/>
                  </a:lnTo>
                  <a:cubicBezTo>
                    <a:pt x="216503" y="29687"/>
                    <a:pt x="216503" y="15336"/>
                    <a:pt x="207740" y="6573"/>
                  </a:cubicBezTo>
                  <a:cubicBezTo>
                    <a:pt x="198977" y="-2190"/>
                    <a:pt x="184626" y="-2190"/>
                    <a:pt x="175863" y="6573"/>
                  </a:cubicBezTo>
                  <a:close/>
                </a:path>
              </a:pathLst>
            </a:custGeom>
            <a:solidFill>
              <a:srgbClr val="101824"/>
            </a:solidFill>
          </p:spPr>
        </p:sp>
      </p:grpSp>
      <p:grpSp>
        <p:nvGrpSpPr>
          <p:cNvPr name="Group 17" id="17"/>
          <p:cNvGrpSpPr/>
          <p:nvPr/>
        </p:nvGrpSpPr>
        <p:grpSpPr>
          <a:xfrm rot="0">
            <a:off x="13848426" y="-63046"/>
            <a:ext cx="4498972" cy="2086727"/>
            <a:chOff x="0" y="0"/>
            <a:chExt cx="4498975" cy="2086737"/>
          </a:xfrm>
        </p:grpSpPr>
        <p:sp>
          <p:nvSpPr>
            <p:cNvPr name="Freeform 18" id="18"/>
            <p:cNvSpPr/>
            <p:nvPr/>
          </p:nvSpPr>
          <p:spPr>
            <a:xfrm flipH="false" flipV="false" rot="0">
              <a:off x="63500" y="63500"/>
              <a:ext cx="4371975" cy="1957964"/>
            </a:xfrm>
            <a:custGeom>
              <a:avLst/>
              <a:gdLst/>
              <a:ahLst/>
              <a:cxnLst/>
              <a:rect r="r" b="b" t="t" l="l"/>
              <a:pathLst>
                <a:path h="1957964" w="4371975">
                  <a:moveTo>
                    <a:pt x="0" y="0"/>
                  </a:moveTo>
                  <a:lnTo>
                    <a:pt x="4371975" y="1957964"/>
                  </a:lnTo>
                  <a:lnTo>
                    <a:pt x="4371975" y="1956948"/>
                  </a:lnTo>
                  <a:lnTo>
                    <a:pt x="1620266" y="0"/>
                  </a:lnTo>
                  <a:close/>
                </a:path>
              </a:pathLst>
            </a:custGeom>
            <a:solidFill>
              <a:srgbClr val="D2EDFF"/>
            </a:solidFill>
          </p:spPr>
        </p:sp>
        <p:sp>
          <p:nvSpPr>
            <p:cNvPr name="Freeform 19" id="19"/>
            <p:cNvSpPr/>
            <p:nvPr/>
          </p:nvSpPr>
          <p:spPr>
            <a:xfrm flipH="false" flipV="false" rot="0">
              <a:off x="1683766" y="63500"/>
              <a:ext cx="2751709" cy="1452757"/>
            </a:xfrm>
            <a:custGeom>
              <a:avLst/>
              <a:gdLst/>
              <a:ahLst/>
              <a:cxnLst/>
              <a:rect r="r" b="b" t="t" l="l"/>
              <a:pathLst>
                <a:path h="1452757" w="2751709">
                  <a:moveTo>
                    <a:pt x="0" y="0"/>
                  </a:moveTo>
                  <a:lnTo>
                    <a:pt x="2751709" y="1452757"/>
                  </a:lnTo>
                  <a:lnTo>
                    <a:pt x="2751709" y="0"/>
                  </a:lnTo>
                  <a:close/>
                </a:path>
              </a:pathLst>
            </a:custGeom>
            <a:solidFill>
              <a:srgbClr val="312F84"/>
            </a:solidFill>
          </p:spPr>
        </p:sp>
        <p:sp>
          <p:nvSpPr>
            <p:cNvPr name="Freeform 20" id="20"/>
            <p:cNvSpPr/>
            <p:nvPr/>
          </p:nvSpPr>
          <p:spPr>
            <a:xfrm flipH="false" flipV="false" rot="0">
              <a:off x="1683766" y="63500"/>
              <a:ext cx="2751709" cy="1956948"/>
            </a:xfrm>
            <a:custGeom>
              <a:avLst/>
              <a:gdLst/>
              <a:ahLst/>
              <a:cxnLst/>
              <a:rect r="r" b="b" t="t" l="l"/>
              <a:pathLst>
                <a:path h="1956948" w="2751709">
                  <a:moveTo>
                    <a:pt x="0" y="0"/>
                  </a:moveTo>
                  <a:lnTo>
                    <a:pt x="2751709" y="1956948"/>
                  </a:lnTo>
                  <a:lnTo>
                    <a:pt x="2751709" y="1452757"/>
                  </a:lnTo>
                  <a:lnTo>
                    <a:pt x="0" y="0"/>
                  </a:lnTo>
                  <a:close/>
                </a:path>
              </a:pathLst>
            </a:custGeom>
            <a:solidFill>
              <a:srgbClr val="80B2E8"/>
            </a:solidFill>
          </p:spPr>
        </p:sp>
      </p:grpSp>
      <p:grpSp>
        <p:nvGrpSpPr>
          <p:cNvPr name="Group 21" id="21"/>
          <p:cNvGrpSpPr/>
          <p:nvPr/>
        </p:nvGrpSpPr>
        <p:grpSpPr>
          <a:xfrm rot="0">
            <a:off x="382238" y="8844239"/>
            <a:ext cx="1295400" cy="1200150"/>
            <a:chOff x="0" y="0"/>
            <a:chExt cx="1727200" cy="1600200"/>
          </a:xfrm>
        </p:grpSpPr>
        <p:sp>
          <p:nvSpPr>
            <p:cNvPr name="Freeform 22" id="22"/>
            <p:cNvSpPr/>
            <p:nvPr/>
          </p:nvSpPr>
          <p:spPr>
            <a:xfrm flipH="false" flipV="false" rot="0">
              <a:off x="0" y="0"/>
              <a:ext cx="1727200" cy="1600200"/>
            </a:xfrm>
            <a:custGeom>
              <a:avLst/>
              <a:gdLst/>
              <a:ahLst/>
              <a:cxnLst/>
              <a:rect r="r" b="b" t="t" l="l"/>
              <a:pathLst>
                <a:path h="1600200" w="1727200">
                  <a:moveTo>
                    <a:pt x="0" y="0"/>
                  </a:moveTo>
                  <a:lnTo>
                    <a:pt x="1727200" y="0"/>
                  </a:lnTo>
                  <a:lnTo>
                    <a:pt x="1727200" y="1600200"/>
                  </a:lnTo>
                  <a:lnTo>
                    <a:pt x="0" y="1600200"/>
                  </a:lnTo>
                  <a:lnTo>
                    <a:pt x="0" y="0"/>
                  </a:lnTo>
                  <a:close/>
                </a:path>
              </a:pathLst>
            </a:custGeom>
            <a:blipFill>
              <a:blip r:embed="rId2"/>
              <a:stretch>
                <a:fillRect l="0" t="0" r="0" b="0"/>
              </a:stretch>
            </a:blipFill>
          </p:spPr>
        </p:sp>
      </p:grpSp>
      <p:sp>
        <p:nvSpPr>
          <p:cNvPr name="Freeform 23" id="23"/>
          <p:cNvSpPr/>
          <p:nvPr/>
        </p:nvSpPr>
        <p:spPr>
          <a:xfrm flipH="false" flipV="false" rot="0">
            <a:off x="-66551" y="-63436"/>
            <a:ext cx="3542748" cy="3313824"/>
          </a:xfrm>
          <a:custGeom>
            <a:avLst/>
            <a:gdLst/>
            <a:ahLst/>
            <a:cxnLst/>
            <a:rect r="r" b="b" t="t" l="l"/>
            <a:pathLst>
              <a:path h="3313824" w="3542748">
                <a:moveTo>
                  <a:pt x="0" y="0"/>
                </a:moveTo>
                <a:lnTo>
                  <a:pt x="3542747" y="0"/>
                </a:lnTo>
                <a:lnTo>
                  <a:pt x="3542747" y="3313823"/>
                </a:lnTo>
                <a:lnTo>
                  <a:pt x="0" y="33138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4" id="24"/>
          <p:cNvGrpSpPr/>
          <p:nvPr/>
        </p:nvGrpSpPr>
        <p:grpSpPr>
          <a:xfrm rot="0">
            <a:off x="0" y="0"/>
            <a:ext cx="3141545" cy="1232268"/>
            <a:chOff x="0" y="0"/>
            <a:chExt cx="4188727" cy="1643024"/>
          </a:xfrm>
        </p:grpSpPr>
        <p:sp>
          <p:nvSpPr>
            <p:cNvPr name="Freeform 25" id="25"/>
            <p:cNvSpPr/>
            <p:nvPr/>
          </p:nvSpPr>
          <p:spPr>
            <a:xfrm flipH="false" flipV="false" rot="0">
              <a:off x="0" y="0"/>
              <a:ext cx="4188714" cy="1642999"/>
            </a:xfrm>
            <a:custGeom>
              <a:avLst/>
              <a:gdLst/>
              <a:ahLst/>
              <a:cxnLst/>
              <a:rect r="r" b="b" t="t" l="l"/>
              <a:pathLst>
                <a:path h="1642999" w="4188714">
                  <a:moveTo>
                    <a:pt x="0" y="0"/>
                  </a:moveTo>
                  <a:lnTo>
                    <a:pt x="4188714" y="0"/>
                  </a:lnTo>
                  <a:lnTo>
                    <a:pt x="4188714" y="1642999"/>
                  </a:lnTo>
                  <a:lnTo>
                    <a:pt x="0" y="1642999"/>
                  </a:lnTo>
                  <a:lnTo>
                    <a:pt x="0" y="0"/>
                  </a:lnTo>
                  <a:close/>
                </a:path>
              </a:pathLst>
            </a:custGeom>
            <a:blipFill>
              <a:blip r:embed="rId5"/>
              <a:stretch>
                <a:fillRect l="-9150" t="-12080" r="0" b="-1"/>
              </a:stretch>
            </a:blipFill>
          </p:spPr>
        </p:sp>
      </p:grpSp>
      <p:grpSp>
        <p:nvGrpSpPr>
          <p:cNvPr name="Group 26" id="26"/>
          <p:cNvGrpSpPr/>
          <p:nvPr/>
        </p:nvGrpSpPr>
        <p:grpSpPr>
          <a:xfrm rot="0">
            <a:off x="0" y="8335708"/>
            <a:ext cx="4376071" cy="1951292"/>
            <a:chOff x="0" y="0"/>
            <a:chExt cx="4376064" cy="1951291"/>
          </a:xfrm>
        </p:grpSpPr>
        <p:sp>
          <p:nvSpPr>
            <p:cNvPr name="Freeform 27" id="27"/>
            <p:cNvSpPr/>
            <p:nvPr/>
          </p:nvSpPr>
          <p:spPr>
            <a:xfrm flipH="false" flipV="false" rot="0">
              <a:off x="0" y="0"/>
              <a:ext cx="4376035" cy="1951229"/>
            </a:xfrm>
            <a:custGeom>
              <a:avLst/>
              <a:gdLst/>
              <a:ahLst/>
              <a:cxnLst/>
              <a:rect r="r" b="b" t="t" l="l"/>
              <a:pathLst>
                <a:path h="1951229" w="4376035">
                  <a:moveTo>
                    <a:pt x="0" y="0"/>
                  </a:moveTo>
                  <a:lnTo>
                    <a:pt x="0" y="1951229"/>
                  </a:lnTo>
                  <a:lnTo>
                    <a:pt x="4376035" y="1951229"/>
                  </a:lnTo>
                  <a:lnTo>
                    <a:pt x="4376035" y="0"/>
                  </a:lnTo>
                  <a:close/>
                </a:path>
              </a:pathLst>
            </a:custGeom>
            <a:solidFill>
              <a:srgbClr val="000000">
                <a:alpha val="0"/>
              </a:srgbClr>
            </a:solidFill>
          </p:spPr>
        </p:sp>
      </p:grpSp>
      <p:grpSp>
        <p:nvGrpSpPr>
          <p:cNvPr name="Group 28" id="28"/>
          <p:cNvGrpSpPr/>
          <p:nvPr/>
        </p:nvGrpSpPr>
        <p:grpSpPr>
          <a:xfrm rot="0">
            <a:off x="-63503" y="-63503"/>
            <a:ext cx="3540176" cy="3313909"/>
            <a:chOff x="0" y="0"/>
            <a:chExt cx="3540176" cy="3313913"/>
          </a:xfrm>
        </p:grpSpPr>
        <p:sp>
          <p:nvSpPr>
            <p:cNvPr name="Freeform 29" id="29"/>
            <p:cNvSpPr/>
            <p:nvPr/>
          </p:nvSpPr>
          <p:spPr>
            <a:xfrm flipH="false" flipV="false" rot="0">
              <a:off x="63500" y="63500"/>
              <a:ext cx="3413125" cy="3186938"/>
            </a:xfrm>
            <a:custGeom>
              <a:avLst/>
              <a:gdLst/>
              <a:ahLst/>
              <a:cxnLst/>
              <a:rect r="r" b="b" t="t" l="l"/>
              <a:pathLst>
                <a:path h="3186938" w="3413125">
                  <a:moveTo>
                    <a:pt x="0" y="0"/>
                  </a:moveTo>
                  <a:lnTo>
                    <a:pt x="0" y="3186938"/>
                  </a:lnTo>
                  <a:lnTo>
                    <a:pt x="3413125" y="3186938"/>
                  </a:lnTo>
                  <a:lnTo>
                    <a:pt x="3413125" y="0"/>
                  </a:lnTo>
                  <a:close/>
                </a:path>
              </a:pathLst>
            </a:custGeom>
            <a:solidFill>
              <a:srgbClr val="000000">
                <a:alpha val="0"/>
              </a:srgbClr>
            </a:solidFill>
          </p:spPr>
        </p:sp>
        <p:sp>
          <p:nvSpPr>
            <p:cNvPr name="Freeform 30" id="30"/>
            <p:cNvSpPr/>
            <p:nvPr/>
          </p:nvSpPr>
          <p:spPr>
            <a:xfrm flipH="false" flipV="false" rot="0">
              <a:off x="1593088" y="1092200"/>
              <a:ext cx="658368" cy="380619"/>
            </a:xfrm>
            <a:custGeom>
              <a:avLst/>
              <a:gdLst/>
              <a:ahLst/>
              <a:cxnLst/>
              <a:rect r="r" b="b" t="t" l="l"/>
              <a:pathLst>
                <a:path h="380619" w="658368">
                  <a:moveTo>
                    <a:pt x="0" y="380619"/>
                  </a:moveTo>
                  <a:lnTo>
                    <a:pt x="658368" y="380619"/>
                  </a:lnTo>
                  <a:lnTo>
                    <a:pt x="658368" y="0"/>
                  </a:lnTo>
                  <a:lnTo>
                    <a:pt x="0" y="0"/>
                  </a:lnTo>
                  <a:close/>
                </a:path>
              </a:pathLst>
            </a:custGeom>
            <a:solidFill>
              <a:srgbClr val="000000">
                <a:alpha val="0"/>
              </a:srgbClr>
            </a:solidFill>
          </p:spPr>
        </p:sp>
      </p:grpSp>
      <p:grpSp>
        <p:nvGrpSpPr>
          <p:cNvPr name="Group 31" id="31"/>
          <p:cNvGrpSpPr/>
          <p:nvPr/>
        </p:nvGrpSpPr>
        <p:grpSpPr>
          <a:xfrm rot="0">
            <a:off x="12672622" y="2326491"/>
            <a:ext cx="1151372" cy="1151372"/>
            <a:chOff x="0" y="0"/>
            <a:chExt cx="1151369" cy="1151369"/>
          </a:xfrm>
        </p:grpSpPr>
        <p:sp>
          <p:nvSpPr>
            <p:cNvPr name="Freeform 32" id="32"/>
            <p:cNvSpPr/>
            <p:nvPr/>
          </p:nvSpPr>
          <p:spPr>
            <a:xfrm flipH="false" flipV="false" rot="0">
              <a:off x="0" y="0"/>
              <a:ext cx="1151376" cy="1151376"/>
            </a:xfrm>
            <a:custGeom>
              <a:avLst/>
              <a:gdLst/>
              <a:ahLst/>
              <a:cxnLst/>
              <a:rect r="r" b="b" t="t" l="l"/>
              <a:pathLst>
                <a:path h="1151376" w="1151376">
                  <a:moveTo>
                    <a:pt x="0" y="1151376"/>
                  </a:moveTo>
                  <a:lnTo>
                    <a:pt x="1151376" y="1151376"/>
                  </a:lnTo>
                  <a:lnTo>
                    <a:pt x="1151376" y="0"/>
                  </a:lnTo>
                  <a:lnTo>
                    <a:pt x="0" y="0"/>
                  </a:lnTo>
                  <a:close/>
                </a:path>
              </a:pathLst>
            </a:custGeom>
            <a:solidFill>
              <a:srgbClr val="000000">
                <a:alpha val="0"/>
              </a:srgbClr>
            </a:solidFill>
          </p:spPr>
        </p:sp>
      </p:grpSp>
      <p:grpSp>
        <p:nvGrpSpPr>
          <p:cNvPr name="Group 33" id="33"/>
          <p:cNvGrpSpPr/>
          <p:nvPr/>
        </p:nvGrpSpPr>
        <p:grpSpPr>
          <a:xfrm rot="0">
            <a:off x="13911929" y="0"/>
            <a:ext cx="4376071" cy="1960817"/>
            <a:chOff x="0" y="0"/>
            <a:chExt cx="4376064" cy="1960816"/>
          </a:xfrm>
        </p:grpSpPr>
        <p:sp>
          <p:nvSpPr>
            <p:cNvPr name="Freeform 34" id="34"/>
            <p:cNvSpPr/>
            <p:nvPr/>
          </p:nvSpPr>
          <p:spPr>
            <a:xfrm flipH="false" flipV="false" rot="0">
              <a:off x="0" y="0"/>
              <a:ext cx="4376036" cy="1960754"/>
            </a:xfrm>
            <a:custGeom>
              <a:avLst/>
              <a:gdLst/>
              <a:ahLst/>
              <a:cxnLst/>
              <a:rect r="r" b="b" t="t" l="l"/>
              <a:pathLst>
                <a:path h="1960754" w="4376036">
                  <a:moveTo>
                    <a:pt x="0" y="1960754"/>
                  </a:moveTo>
                  <a:lnTo>
                    <a:pt x="4376036" y="1960754"/>
                  </a:lnTo>
                  <a:lnTo>
                    <a:pt x="4376036" y="0"/>
                  </a:lnTo>
                  <a:lnTo>
                    <a:pt x="0" y="0"/>
                  </a:lnTo>
                  <a:close/>
                </a:path>
              </a:pathLst>
            </a:custGeom>
            <a:solidFill>
              <a:srgbClr val="000000">
                <a:alpha val="0"/>
              </a:srgbClr>
            </a:solidFill>
          </p:spPr>
        </p:sp>
      </p:grpSp>
      <p:sp>
        <p:nvSpPr>
          <p:cNvPr name="Freeform 35" id="35"/>
          <p:cNvSpPr/>
          <p:nvPr/>
        </p:nvSpPr>
        <p:spPr>
          <a:xfrm flipH="false" flipV="false" rot="0">
            <a:off x="9724753" y="1784303"/>
            <a:ext cx="5895739" cy="3838010"/>
          </a:xfrm>
          <a:custGeom>
            <a:avLst/>
            <a:gdLst/>
            <a:ahLst/>
            <a:cxnLst/>
            <a:rect r="r" b="b" t="t" l="l"/>
            <a:pathLst>
              <a:path h="3838010" w="5895739">
                <a:moveTo>
                  <a:pt x="0" y="0"/>
                </a:moveTo>
                <a:lnTo>
                  <a:pt x="5895738" y="0"/>
                </a:lnTo>
                <a:lnTo>
                  <a:pt x="5895738" y="3838010"/>
                </a:lnTo>
                <a:lnTo>
                  <a:pt x="0" y="3838010"/>
                </a:lnTo>
                <a:lnTo>
                  <a:pt x="0" y="0"/>
                </a:lnTo>
                <a:close/>
              </a:path>
            </a:pathLst>
          </a:custGeom>
          <a:blipFill>
            <a:blip r:embed="rId6"/>
            <a:stretch>
              <a:fillRect l="0" t="0" r="0" b="0"/>
            </a:stretch>
          </a:blipFill>
        </p:spPr>
      </p:sp>
      <p:sp>
        <p:nvSpPr>
          <p:cNvPr name="Freeform 36" id="36"/>
          <p:cNvSpPr/>
          <p:nvPr/>
        </p:nvSpPr>
        <p:spPr>
          <a:xfrm flipH="false" flipV="false" rot="0">
            <a:off x="3476673" y="1784303"/>
            <a:ext cx="5436526" cy="3838010"/>
          </a:xfrm>
          <a:custGeom>
            <a:avLst/>
            <a:gdLst/>
            <a:ahLst/>
            <a:cxnLst/>
            <a:rect r="r" b="b" t="t" l="l"/>
            <a:pathLst>
              <a:path h="3838010" w="5436526">
                <a:moveTo>
                  <a:pt x="0" y="0"/>
                </a:moveTo>
                <a:lnTo>
                  <a:pt x="5436526" y="0"/>
                </a:lnTo>
                <a:lnTo>
                  <a:pt x="5436526" y="3838010"/>
                </a:lnTo>
                <a:lnTo>
                  <a:pt x="0" y="3838010"/>
                </a:lnTo>
                <a:lnTo>
                  <a:pt x="0" y="0"/>
                </a:lnTo>
                <a:close/>
              </a:path>
            </a:pathLst>
          </a:custGeom>
          <a:blipFill>
            <a:blip r:embed="rId7"/>
            <a:stretch>
              <a:fillRect l="-44128" t="0" r="-44128" b="0"/>
            </a:stretch>
          </a:blipFill>
        </p:spPr>
      </p:sp>
      <p:sp>
        <p:nvSpPr>
          <p:cNvPr name="Freeform 37" id="37"/>
          <p:cNvSpPr/>
          <p:nvPr/>
        </p:nvSpPr>
        <p:spPr>
          <a:xfrm flipH="false" flipV="false" rot="0">
            <a:off x="3943304" y="5806417"/>
            <a:ext cx="11301259" cy="4237972"/>
          </a:xfrm>
          <a:custGeom>
            <a:avLst/>
            <a:gdLst/>
            <a:ahLst/>
            <a:cxnLst/>
            <a:rect r="r" b="b" t="t" l="l"/>
            <a:pathLst>
              <a:path h="4237972" w="11301259">
                <a:moveTo>
                  <a:pt x="0" y="0"/>
                </a:moveTo>
                <a:lnTo>
                  <a:pt x="11301259" y="0"/>
                </a:lnTo>
                <a:lnTo>
                  <a:pt x="11301259" y="4237972"/>
                </a:lnTo>
                <a:lnTo>
                  <a:pt x="0" y="4237972"/>
                </a:lnTo>
                <a:lnTo>
                  <a:pt x="0" y="0"/>
                </a:lnTo>
                <a:close/>
              </a:path>
            </a:pathLst>
          </a:custGeom>
          <a:blipFill>
            <a:blip r:embed="rId8"/>
            <a:stretch>
              <a:fillRect l="0" t="0" r="0" b="0"/>
            </a:stretch>
          </a:blipFill>
        </p:spPr>
      </p:sp>
      <p:sp>
        <p:nvSpPr>
          <p:cNvPr name="TextBox 38" id="38"/>
          <p:cNvSpPr txBox="true"/>
          <p:nvPr/>
        </p:nvSpPr>
        <p:spPr>
          <a:xfrm rot="0">
            <a:off x="4122258" y="257175"/>
            <a:ext cx="11122304" cy="1343025"/>
          </a:xfrm>
          <a:prstGeom prst="rect">
            <a:avLst/>
          </a:prstGeom>
        </p:spPr>
        <p:txBody>
          <a:bodyPr anchor="t" rtlCol="false" tIns="0" lIns="0" bIns="0" rIns="0">
            <a:spAutoFit/>
          </a:bodyPr>
          <a:lstStyle/>
          <a:p>
            <a:pPr algn="l">
              <a:lnSpc>
                <a:spcPts val="10080"/>
              </a:lnSpc>
            </a:pPr>
            <a:r>
              <a:rPr lang="en-US" b="true" sz="7200">
                <a:solidFill>
                  <a:srgbClr val="80B2E8"/>
                </a:solidFill>
                <a:latin typeface="Poppins Bold"/>
                <a:ea typeface="Poppins Bold"/>
                <a:cs typeface="Poppins Bold"/>
                <a:sym typeface="Poppins Bold"/>
              </a:rPr>
              <a:t>Your Proposed Solution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D2C"/>
        </a:solidFill>
      </p:bgPr>
    </p:bg>
    <p:spTree>
      <p:nvGrpSpPr>
        <p:cNvPr id="1" name=""/>
        <p:cNvGrpSpPr/>
        <p:nvPr/>
      </p:nvGrpSpPr>
      <p:grpSpPr>
        <a:xfrm>
          <a:off x="0" y="0"/>
          <a:ext cx="0" cy="0"/>
          <a:chOff x="0" y="0"/>
          <a:chExt cx="0" cy="0"/>
        </a:xfrm>
      </p:grpSpPr>
      <p:sp>
        <p:nvSpPr>
          <p:cNvPr name="Freeform 2" id="2"/>
          <p:cNvSpPr/>
          <p:nvPr/>
        </p:nvSpPr>
        <p:spPr>
          <a:xfrm flipH="false" flipV="false" rot="0">
            <a:off x="-63227" y="7619524"/>
            <a:ext cx="4241121" cy="2730970"/>
          </a:xfrm>
          <a:custGeom>
            <a:avLst/>
            <a:gdLst/>
            <a:ahLst/>
            <a:cxnLst/>
            <a:rect r="r" b="b" t="t" l="l"/>
            <a:pathLst>
              <a:path h="2730970" w="4241121">
                <a:moveTo>
                  <a:pt x="0" y="0"/>
                </a:moveTo>
                <a:lnTo>
                  <a:pt x="4241121" y="0"/>
                </a:lnTo>
                <a:lnTo>
                  <a:pt x="4241121" y="2730970"/>
                </a:lnTo>
                <a:lnTo>
                  <a:pt x="0" y="2730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5688" y="-63436"/>
            <a:ext cx="4008853" cy="2771080"/>
          </a:xfrm>
          <a:custGeom>
            <a:avLst/>
            <a:gdLst/>
            <a:ahLst/>
            <a:cxnLst/>
            <a:rect r="r" b="b" t="t" l="l"/>
            <a:pathLst>
              <a:path h="2771080" w="4008853">
                <a:moveTo>
                  <a:pt x="0" y="0"/>
                </a:moveTo>
                <a:lnTo>
                  <a:pt x="4008854" y="0"/>
                </a:lnTo>
                <a:lnTo>
                  <a:pt x="4008854" y="2771079"/>
                </a:lnTo>
                <a:lnTo>
                  <a:pt x="0" y="2771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6466315" y="9098680"/>
            <a:ext cx="790575" cy="159106"/>
            <a:chOff x="0" y="0"/>
            <a:chExt cx="790575" cy="159106"/>
          </a:xfrm>
        </p:grpSpPr>
        <p:sp>
          <p:nvSpPr>
            <p:cNvPr name="Freeform 5" id="5"/>
            <p:cNvSpPr/>
            <p:nvPr/>
          </p:nvSpPr>
          <p:spPr>
            <a:xfrm flipH="false" flipV="false" rot="0">
              <a:off x="0" y="0"/>
              <a:ext cx="790575" cy="159008"/>
            </a:xfrm>
            <a:custGeom>
              <a:avLst/>
              <a:gdLst/>
              <a:ahLst/>
              <a:cxnLst/>
              <a:rect r="r" b="b" t="t" l="l"/>
              <a:pathLst>
                <a:path h="159008" w="790575">
                  <a:moveTo>
                    <a:pt x="79502" y="0"/>
                  </a:moveTo>
                  <a:cubicBezTo>
                    <a:pt x="35560" y="0"/>
                    <a:pt x="0" y="35561"/>
                    <a:pt x="0" y="79504"/>
                  </a:cubicBezTo>
                  <a:cubicBezTo>
                    <a:pt x="0" y="123447"/>
                    <a:pt x="35560" y="159008"/>
                    <a:pt x="79502" y="159008"/>
                  </a:cubicBezTo>
                  <a:cubicBezTo>
                    <a:pt x="123444" y="159008"/>
                    <a:pt x="159004" y="123447"/>
                    <a:pt x="159004" y="79504"/>
                  </a:cubicBezTo>
                  <a:cubicBezTo>
                    <a:pt x="159004" y="35561"/>
                    <a:pt x="123444" y="0"/>
                    <a:pt x="79502" y="0"/>
                  </a:cubicBezTo>
                  <a:close/>
                  <a:moveTo>
                    <a:pt x="396621" y="0"/>
                  </a:moveTo>
                  <a:cubicBezTo>
                    <a:pt x="352679" y="0"/>
                    <a:pt x="317119" y="35561"/>
                    <a:pt x="317119" y="79504"/>
                  </a:cubicBezTo>
                  <a:cubicBezTo>
                    <a:pt x="317119" y="123447"/>
                    <a:pt x="352679" y="159008"/>
                    <a:pt x="396621" y="159008"/>
                  </a:cubicBezTo>
                  <a:cubicBezTo>
                    <a:pt x="440563" y="159008"/>
                    <a:pt x="476123" y="123447"/>
                    <a:pt x="476123" y="79504"/>
                  </a:cubicBezTo>
                  <a:cubicBezTo>
                    <a:pt x="476123" y="35561"/>
                    <a:pt x="440563" y="0"/>
                    <a:pt x="396621" y="0"/>
                  </a:cubicBezTo>
                  <a:close/>
                  <a:moveTo>
                    <a:pt x="713359" y="0"/>
                  </a:moveTo>
                  <a:cubicBezTo>
                    <a:pt x="669417" y="0"/>
                    <a:pt x="633857" y="35561"/>
                    <a:pt x="633857" y="79504"/>
                  </a:cubicBezTo>
                  <a:cubicBezTo>
                    <a:pt x="633857" y="123447"/>
                    <a:pt x="669417" y="159008"/>
                    <a:pt x="713359" y="159008"/>
                  </a:cubicBezTo>
                  <a:cubicBezTo>
                    <a:pt x="750570" y="159008"/>
                    <a:pt x="781812" y="133480"/>
                    <a:pt x="790575" y="98809"/>
                  </a:cubicBezTo>
                  <a:lnTo>
                    <a:pt x="790575" y="60200"/>
                  </a:lnTo>
                  <a:cubicBezTo>
                    <a:pt x="781939" y="25528"/>
                    <a:pt x="750697" y="0"/>
                    <a:pt x="713359" y="0"/>
                  </a:cubicBezTo>
                  <a:close/>
                </a:path>
              </a:pathLst>
            </a:custGeom>
            <a:solidFill>
              <a:srgbClr val="FFFFFF"/>
            </a:solidFill>
          </p:spPr>
        </p:sp>
      </p:grpSp>
      <p:grpSp>
        <p:nvGrpSpPr>
          <p:cNvPr name="Group 6" id="6"/>
          <p:cNvGrpSpPr/>
          <p:nvPr/>
        </p:nvGrpSpPr>
        <p:grpSpPr>
          <a:xfrm rot="0">
            <a:off x="382238" y="8844239"/>
            <a:ext cx="1295400" cy="1200150"/>
            <a:chOff x="0" y="0"/>
            <a:chExt cx="1727200" cy="1600200"/>
          </a:xfrm>
        </p:grpSpPr>
        <p:sp>
          <p:nvSpPr>
            <p:cNvPr name="Freeform 7" id="7"/>
            <p:cNvSpPr/>
            <p:nvPr/>
          </p:nvSpPr>
          <p:spPr>
            <a:xfrm flipH="false" flipV="false" rot="0">
              <a:off x="0" y="0"/>
              <a:ext cx="1727200" cy="1600200"/>
            </a:xfrm>
            <a:custGeom>
              <a:avLst/>
              <a:gdLst/>
              <a:ahLst/>
              <a:cxnLst/>
              <a:rect r="r" b="b" t="t" l="l"/>
              <a:pathLst>
                <a:path h="1600200" w="1727200">
                  <a:moveTo>
                    <a:pt x="0" y="0"/>
                  </a:moveTo>
                  <a:lnTo>
                    <a:pt x="1727200" y="0"/>
                  </a:lnTo>
                  <a:lnTo>
                    <a:pt x="1727200" y="1600200"/>
                  </a:lnTo>
                  <a:lnTo>
                    <a:pt x="0" y="1600200"/>
                  </a:lnTo>
                  <a:lnTo>
                    <a:pt x="0" y="0"/>
                  </a:lnTo>
                  <a:close/>
                </a:path>
              </a:pathLst>
            </a:custGeom>
            <a:blipFill>
              <a:blip r:embed="rId6"/>
              <a:stretch>
                <a:fillRect l="0" t="0" r="0" b="0"/>
              </a:stretch>
            </a:blipFill>
          </p:spPr>
        </p:sp>
      </p:grpSp>
      <p:sp>
        <p:nvSpPr>
          <p:cNvPr name="Freeform 8" id="8"/>
          <p:cNvSpPr/>
          <p:nvPr/>
        </p:nvSpPr>
        <p:spPr>
          <a:xfrm flipH="false" flipV="false" rot="0">
            <a:off x="-66551" y="-63436"/>
            <a:ext cx="3615500" cy="3313824"/>
          </a:xfrm>
          <a:custGeom>
            <a:avLst/>
            <a:gdLst/>
            <a:ahLst/>
            <a:cxnLst/>
            <a:rect r="r" b="b" t="t" l="l"/>
            <a:pathLst>
              <a:path h="3313824" w="3615500">
                <a:moveTo>
                  <a:pt x="0" y="0"/>
                </a:moveTo>
                <a:lnTo>
                  <a:pt x="3615499" y="0"/>
                </a:lnTo>
                <a:lnTo>
                  <a:pt x="3615499" y="3313823"/>
                </a:lnTo>
                <a:lnTo>
                  <a:pt x="0" y="33138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0" y="0"/>
            <a:ext cx="3141545" cy="1232268"/>
            <a:chOff x="0" y="0"/>
            <a:chExt cx="4188727" cy="1643024"/>
          </a:xfrm>
        </p:grpSpPr>
        <p:sp>
          <p:nvSpPr>
            <p:cNvPr name="Freeform 10" id="10"/>
            <p:cNvSpPr/>
            <p:nvPr/>
          </p:nvSpPr>
          <p:spPr>
            <a:xfrm flipH="false" flipV="false" rot="0">
              <a:off x="0" y="0"/>
              <a:ext cx="4188714" cy="1642999"/>
            </a:xfrm>
            <a:custGeom>
              <a:avLst/>
              <a:gdLst/>
              <a:ahLst/>
              <a:cxnLst/>
              <a:rect r="r" b="b" t="t" l="l"/>
              <a:pathLst>
                <a:path h="1642999" w="4188714">
                  <a:moveTo>
                    <a:pt x="0" y="0"/>
                  </a:moveTo>
                  <a:lnTo>
                    <a:pt x="4188714" y="0"/>
                  </a:lnTo>
                  <a:lnTo>
                    <a:pt x="4188714" y="1642999"/>
                  </a:lnTo>
                  <a:lnTo>
                    <a:pt x="0" y="1642999"/>
                  </a:lnTo>
                  <a:lnTo>
                    <a:pt x="0" y="0"/>
                  </a:lnTo>
                  <a:close/>
                </a:path>
              </a:pathLst>
            </a:custGeom>
            <a:blipFill>
              <a:blip r:embed="rId9"/>
              <a:stretch>
                <a:fillRect l="-9150" t="-12080" r="0" b="-1"/>
              </a:stretch>
            </a:blipFill>
          </p:spPr>
        </p:sp>
      </p:grpSp>
      <p:grpSp>
        <p:nvGrpSpPr>
          <p:cNvPr name="Group 11" id="11"/>
          <p:cNvGrpSpPr/>
          <p:nvPr/>
        </p:nvGrpSpPr>
        <p:grpSpPr>
          <a:xfrm rot="0">
            <a:off x="0" y="0"/>
            <a:ext cx="3485921" cy="3186913"/>
            <a:chOff x="0" y="0"/>
            <a:chExt cx="3485921" cy="3186913"/>
          </a:xfrm>
        </p:grpSpPr>
        <p:sp>
          <p:nvSpPr>
            <p:cNvPr name="Freeform 12" id="12"/>
            <p:cNvSpPr/>
            <p:nvPr/>
          </p:nvSpPr>
          <p:spPr>
            <a:xfrm flipH="false" flipV="false" rot="0">
              <a:off x="0" y="0"/>
              <a:ext cx="3485895" cy="3186938"/>
            </a:xfrm>
            <a:custGeom>
              <a:avLst/>
              <a:gdLst/>
              <a:ahLst/>
              <a:cxnLst/>
              <a:rect r="r" b="b" t="t" l="l"/>
              <a:pathLst>
                <a:path h="3186938" w="3485895">
                  <a:moveTo>
                    <a:pt x="0" y="0"/>
                  </a:moveTo>
                  <a:lnTo>
                    <a:pt x="0" y="3186938"/>
                  </a:lnTo>
                  <a:lnTo>
                    <a:pt x="3485895" y="3186938"/>
                  </a:lnTo>
                  <a:lnTo>
                    <a:pt x="3485895" y="0"/>
                  </a:lnTo>
                  <a:close/>
                </a:path>
              </a:pathLst>
            </a:custGeom>
            <a:solidFill>
              <a:srgbClr val="000000">
                <a:alpha val="0"/>
              </a:srgbClr>
            </a:solidFill>
          </p:spPr>
        </p:sp>
      </p:grpSp>
      <p:grpSp>
        <p:nvGrpSpPr>
          <p:cNvPr name="Group 13" id="13"/>
          <p:cNvGrpSpPr/>
          <p:nvPr/>
        </p:nvGrpSpPr>
        <p:grpSpPr>
          <a:xfrm rot="0">
            <a:off x="0" y="7682960"/>
            <a:ext cx="4114800" cy="2604040"/>
            <a:chOff x="0" y="0"/>
            <a:chExt cx="4114800" cy="2604033"/>
          </a:xfrm>
        </p:grpSpPr>
        <p:sp>
          <p:nvSpPr>
            <p:cNvPr name="Freeform 14" id="14"/>
            <p:cNvSpPr/>
            <p:nvPr/>
          </p:nvSpPr>
          <p:spPr>
            <a:xfrm flipH="false" flipV="false" rot="0">
              <a:off x="0" y="0"/>
              <a:ext cx="4114800" cy="2604002"/>
            </a:xfrm>
            <a:custGeom>
              <a:avLst/>
              <a:gdLst/>
              <a:ahLst/>
              <a:cxnLst/>
              <a:rect r="r" b="b" t="t" l="l"/>
              <a:pathLst>
                <a:path h="2604002" w="4114800">
                  <a:moveTo>
                    <a:pt x="0" y="0"/>
                  </a:moveTo>
                  <a:lnTo>
                    <a:pt x="0" y="2604002"/>
                  </a:lnTo>
                  <a:lnTo>
                    <a:pt x="4114800" y="2604002"/>
                  </a:lnTo>
                  <a:lnTo>
                    <a:pt x="4114800" y="0"/>
                  </a:lnTo>
                  <a:close/>
                </a:path>
              </a:pathLst>
            </a:custGeom>
            <a:solidFill>
              <a:srgbClr val="000000">
                <a:alpha val="0"/>
              </a:srgbClr>
            </a:solidFill>
          </p:spPr>
        </p:sp>
      </p:grpSp>
      <p:grpSp>
        <p:nvGrpSpPr>
          <p:cNvPr name="Group 15" id="15"/>
          <p:cNvGrpSpPr/>
          <p:nvPr/>
        </p:nvGrpSpPr>
        <p:grpSpPr>
          <a:xfrm rot="0">
            <a:off x="14408915" y="0"/>
            <a:ext cx="3879085" cy="2644216"/>
            <a:chOff x="0" y="0"/>
            <a:chExt cx="3879088" cy="2644216"/>
          </a:xfrm>
        </p:grpSpPr>
        <p:sp>
          <p:nvSpPr>
            <p:cNvPr name="Freeform 16" id="16"/>
            <p:cNvSpPr/>
            <p:nvPr/>
          </p:nvSpPr>
          <p:spPr>
            <a:xfrm flipH="false" flipV="false" rot="0">
              <a:off x="0" y="0"/>
              <a:ext cx="3879092" cy="2644271"/>
            </a:xfrm>
            <a:custGeom>
              <a:avLst/>
              <a:gdLst/>
              <a:ahLst/>
              <a:cxnLst/>
              <a:rect r="r" b="b" t="t" l="l"/>
              <a:pathLst>
                <a:path h="2644271" w="3879092">
                  <a:moveTo>
                    <a:pt x="0" y="0"/>
                  </a:moveTo>
                  <a:lnTo>
                    <a:pt x="0" y="2644271"/>
                  </a:lnTo>
                  <a:lnTo>
                    <a:pt x="3879092" y="2644271"/>
                  </a:lnTo>
                  <a:lnTo>
                    <a:pt x="3879092" y="0"/>
                  </a:lnTo>
                  <a:close/>
                </a:path>
              </a:pathLst>
            </a:custGeom>
            <a:solidFill>
              <a:srgbClr val="000000">
                <a:alpha val="0"/>
              </a:srgbClr>
            </a:solidFill>
          </p:spPr>
        </p:sp>
      </p:grpSp>
      <p:grpSp>
        <p:nvGrpSpPr>
          <p:cNvPr name="Group 17" id="17"/>
          <p:cNvGrpSpPr/>
          <p:nvPr/>
        </p:nvGrpSpPr>
        <p:grpSpPr>
          <a:xfrm rot="0">
            <a:off x="16466315" y="9098261"/>
            <a:ext cx="792985" cy="160039"/>
            <a:chOff x="0" y="0"/>
            <a:chExt cx="792988" cy="160033"/>
          </a:xfrm>
        </p:grpSpPr>
        <p:sp>
          <p:nvSpPr>
            <p:cNvPr name="Freeform 18" id="18"/>
            <p:cNvSpPr/>
            <p:nvPr/>
          </p:nvSpPr>
          <p:spPr>
            <a:xfrm flipH="false" flipV="false" rot="0">
              <a:off x="0" y="0"/>
              <a:ext cx="792992" cy="160014"/>
            </a:xfrm>
            <a:custGeom>
              <a:avLst/>
              <a:gdLst/>
              <a:ahLst/>
              <a:cxnLst/>
              <a:rect r="r" b="b" t="t" l="l"/>
              <a:pathLst>
                <a:path h="160014" w="792992">
                  <a:moveTo>
                    <a:pt x="0" y="160014"/>
                  </a:moveTo>
                  <a:lnTo>
                    <a:pt x="792992" y="160014"/>
                  </a:lnTo>
                  <a:lnTo>
                    <a:pt x="792992" y="0"/>
                  </a:lnTo>
                  <a:lnTo>
                    <a:pt x="0" y="0"/>
                  </a:lnTo>
                  <a:close/>
                </a:path>
              </a:pathLst>
            </a:custGeom>
            <a:solidFill>
              <a:srgbClr val="000000">
                <a:alpha val="0"/>
              </a:srgbClr>
            </a:solidFill>
          </p:spPr>
        </p:sp>
      </p:grpSp>
      <p:sp>
        <p:nvSpPr>
          <p:cNvPr name="TextBox 19" id="19"/>
          <p:cNvSpPr txBox="true"/>
          <p:nvPr/>
        </p:nvSpPr>
        <p:spPr>
          <a:xfrm rot="0">
            <a:off x="3733962" y="550583"/>
            <a:ext cx="11877846" cy="1343025"/>
          </a:xfrm>
          <a:prstGeom prst="rect">
            <a:avLst/>
          </a:prstGeom>
        </p:spPr>
        <p:txBody>
          <a:bodyPr anchor="t" rtlCol="false" tIns="0" lIns="0" bIns="0" rIns="0">
            <a:spAutoFit/>
          </a:bodyPr>
          <a:lstStyle/>
          <a:p>
            <a:pPr algn="l">
              <a:lnSpc>
                <a:spcPts val="10080"/>
              </a:lnSpc>
            </a:pPr>
            <a:r>
              <a:rPr lang="en-US" b="true" sz="7200">
                <a:solidFill>
                  <a:srgbClr val="80B2E8"/>
                </a:solidFill>
                <a:latin typeface="Poppins Bold"/>
                <a:ea typeface="Poppins Bold"/>
                <a:cs typeface="Poppins Bold"/>
                <a:sym typeface="Poppins Bold"/>
              </a:rPr>
              <a:t> Innovation / Uniqueness</a:t>
            </a:r>
          </a:p>
        </p:txBody>
      </p:sp>
      <p:sp>
        <p:nvSpPr>
          <p:cNvPr name="TextBox 20" id="20"/>
          <p:cNvSpPr txBox="true"/>
          <p:nvPr/>
        </p:nvSpPr>
        <p:spPr>
          <a:xfrm rot="0">
            <a:off x="1369351" y="2842259"/>
            <a:ext cx="15887539" cy="5462905"/>
          </a:xfrm>
          <a:prstGeom prst="rect">
            <a:avLst/>
          </a:prstGeom>
        </p:spPr>
        <p:txBody>
          <a:bodyPr anchor="t" rtlCol="false" tIns="0" lIns="0" bIns="0" rIns="0">
            <a:spAutoFit/>
          </a:bodyPr>
          <a:lstStyle/>
          <a:p>
            <a:pPr algn="just">
              <a:lnSpc>
                <a:spcPts val="3919"/>
              </a:lnSpc>
              <a:spcBef>
                <a:spcPct val="0"/>
              </a:spcBef>
            </a:pPr>
            <a:r>
              <a:rPr lang="en-US" sz="2799">
                <a:solidFill>
                  <a:srgbClr val="80B2E8"/>
                </a:solidFill>
                <a:latin typeface="Poppins"/>
                <a:ea typeface="Poppins"/>
                <a:cs typeface="Poppins"/>
                <a:sym typeface="Poppins"/>
              </a:rPr>
              <a:t>Unlike traditional autonomous navigation systems that follow predictable rule-based methodologies (such as A\* pathfinders), expensive pre-mapped environments are not required. This project differs significantly because, with Deep Reinforcement Learning, emergent intelligence is possible. The key difference here is the capacity of the autonomous agent to learn without human input or instructions. With the implementation of a Stochastic Training Environment, whereby the location of the package and the target locations are randomized, the common AI mistake of "overfitting," or memorization, is avoided. This allows the autonomous agent to create a comprehensive understanding of navigation and target tracking, hence providing better adaptability to unseen environments, as opposed to traditional autonomous navigation agents that tend to "follow lines" and are generally inflexible.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D2C"/>
        </a:solidFill>
      </p:bgPr>
    </p:bg>
    <p:spTree>
      <p:nvGrpSpPr>
        <p:cNvPr id="1" name=""/>
        <p:cNvGrpSpPr/>
        <p:nvPr/>
      </p:nvGrpSpPr>
      <p:grpSpPr>
        <a:xfrm>
          <a:off x="0" y="0"/>
          <a:ext cx="0" cy="0"/>
          <a:chOff x="0" y="0"/>
          <a:chExt cx="0" cy="0"/>
        </a:xfrm>
      </p:grpSpPr>
      <p:grpSp>
        <p:nvGrpSpPr>
          <p:cNvPr name="Group 2" id="2"/>
          <p:cNvGrpSpPr/>
          <p:nvPr/>
        </p:nvGrpSpPr>
        <p:grpSpPr>
          <a:xfrm rot="0">
            <a:off x="-59484" y="8272834"/>
            <a:ext cx="4498972" cy="2080717"/>
            <a:chOff x="0" y="0"/>
            <a:chExt cx="4498975" cy="2080717"/>
          </a:xfrm>
        </p:grpSpPr>
        <p:sp>
          <p:nvSpPr>
            <p:cNvPr name="Freeform 3" id="3"/>
            <p:cNvSpPr/>
            <p:nvPr/>
          </p:nvSpPr>
          <p:spPr>
            <a:xfrm flipH="false" flipV="false" rot="0">
              <a:off x="63500" y="65278"/>
              <a:ext cx="4351782" cy="1948945"/>
            </a:xfrm>
            <a:custGeom>
              <a:avLst/>
              <a:gdLst/>
              <a:ahLst/>
              <a:cxnLst/>
              <a:rect r="r" b="b" t="t" l="l"/>
              <a:pathLst>
                <a:path h="1948945" w="4351782">
                  <a:moveTo>
                    <a:pt x="0" y="0"/>
                  </a:moveTo>
                  <a:lnTo>
                    <a:pt x="0" y="1016"/>
                  </a:lnTo>
                  <a:lnTo>
                    <a:pt x="2739009" y="1948945"/>
                  </a:lnTo>
                  <a:lnTo>
                    <a:pt x="4351782" y="1948945"/>
                  </a:lnTo>
                  <a:lnTo>
                    <a:pt x="0" y="0"/>
                  </a:lnTo>
                  <a:close/>
                </a:path>
              </a:pathLst>
            </a:custGeom>
            <a:solidFill>
              <a:srgbClr val="D2EDFF"/>
            </a:solidFill>
          </p:spPr>
        </p:sp>
        <p:sp>
          <p:nvSpPr>
            <p:cNvPr name="Freeform 4" id="4"/>
            <p:cNvSpPr/>
            <p:nvPr/>
          </p:nvSpPr>
          <p:spPr>
            <a:xfrm flipH="false" flipV="false" rot="0">
              <a:off x="63500" y="570485"/>
              <a:ext cx="2734564" cy="1443738"/>
            </a:xfrm>
            <a:custGeom>
              <a:avLst/>
              <a:gdLst/>
              <a:ahLst/>
              <a:cxnLst/>
              <a:rect r="r" b="b" t="t" l="l"/>
              <a:pathLst>
                <a:path h="1443738" w="2734564">
                  <a:moveTo>
                    <a:pt x="0" y="0"/>
                  </a:moveTo>
                  <a:lnTo>
                    <a:pt x="0" y="1443738"/>
                  </a:lnTo>
                  <a:lnTo>
                    <a:pt x="2734564" y="1443738"/>
                  </a:lnTo>
                  <a:lnTo>
                    <a:pt x="0" y="0"/>
                  </a:lnTo>
                  <a:close/>
                </a:path>
              </a:pathLst>
            </a:custGeom>
            <a:solidFill>
              <a:srgbClr val="312F84"/>
            </a:solidFill>
          </p:spPr>
        </p:sp>
        <p:sp>
          <p:nvSpPr>
            <p:cNvPr name="Freeform 5" id="5"/>
            <p:cNvSpPr/>
            <p:nvPr/>
          </p:nvSpPr>
          <p:spPr>
            <a:xfrm flipH="false" flipV="false" rot="0">
              <a:off x="63500" y="66294"/>
              <a:ext cx="2739009" cy="1947929"/>
            </a:xfrm>
            <a:custGeom>
              <a:avLst/>
              <a:gdLst/>
              <a:ahLst/>
              <a:cxnLst/>
              <a:rect r="r" b="b" t="t" l="l"/>
              <a:pathLst>
                <a:path h="1947929" w="2739009">
                  <a:moveTo>
                    <a:pt x="0" y="0"/>
                  </a:moveTo>
                  <a:lnTo>
                    <a:pt x="0" y="504191"/>
                  </a:lnTo>
                  <a:lnTo>
                    <a:pt x="2734564" y="1947929"/>
                  </a:lnTo>
                  <a:lnTo>
                    <a:pt x="2739009" y="1947929"/>
                  </a:lnTo>
                  <a:lnTo>
                    <a:pt x="0" y="0"/>
                  </a:lnTo>
                  <a:close/>
                </a:path>
              </a:pathLst>
            </a:custGeom>
            <a:solidFill>
              <a:srgbClr val="80B2E8"/>
            </a:solidFill>
          </p:spPr>
        </p:sp>
      </p:grpSp>
      <p:grpSp>
        <p:nvGrpSpPr>
          <p:cNvPr name="Group 6" id="6"/>
          <p:cNvGrpSpPr/>
          <p:nvPr/>
        </p:nvGrpSpPr>
        <p:grpSpPr>
          <a:xfrm rot="0">
            <a:off x="1530125" y="1028700"/>
            <a:ext cx="656749" cy="379619"/>
            <a:chOff x="0" y="0"/>
            <a:chExt cx="656755" cy="379616"/>
          </a:xfrm>
        </p:grpSpPr>
        <p:sp>
          <p:nvSpPr>
            <p:cNvPr name="Freeform 7" id="7"/>
            <p:cNvSpPr/>
            <p:nvPr/>
          </p:nvSpPr>
          <p:spPr>
            <a:xfrm flipH="false" flipV="false" rot="0">
              <a:off x="0" y="0"/>
              <a:ext cx="656848" cy="379599"/>
            </a:xfrm>
            <a:custGeom>
              <a:avLst/>
              <a:gdLst/>
              <a:ahLst/>
              <a:cxnLst/>
              <a:rect r="r" b="b" t="t" l="l"/>
              <a:pathLst>
                <a:path h="379599" w="656848">
                  <a:moveTo>
                    <a:pt x="17272" y="0"/>
                  </a:moveTo>
                  <a:cubicBezTo>
                    <a:pt x="14986" y="0"/>
                    <a:pt x="12827" y="381"/>
                    <a:pt x="10668" y="1270"/>
                  </a:cubicBezTo>
                  <a:cubicBezTo>
                    <a:pt x="8509" y="2159"/>
                    <a:pt x="6731" y="3429"/>
                    <a:pt x="5080" y="5080"/>
                  </a:cubicBezTo>
                  <a:cubicBezTo>
                    <a:pt x="3429" y="6731"/>
                    <a:pt x="2159" y="8509"/>
                    <a:pt x="1270" y="10668"/>
                  </a:cubicBezTo>
                  <a:cubicBezTo>
                    <a:pt x="381" y="12827"/>
                    <a:pt x="0" y="14986"/>
                    <a:pt x="0" y="17272"/>
                  </a:cubicBezTo>
                  <a:cubicBezTo>
                    <a:pt x="0" y="19558"/>
                    <a:pt x="381" y="21717"/>
                    <a:pt x="1270" y="23876"/>
                  </a:cubicBezTo>
                  <a:cubicBezTo>
                    <a:pt x="2159" y="26035"/>
                    <a:pt x="3429" y="27813"/>
                    <a:pt x="5080" y="29464"/>
                  </a:cubicBezTo>
                  <a:cubicBezTo>
                    <a:pt x="6731" y="31115"/>
                    <a:pt x="8636" y="32385"/>
                    <a:pt x="10668" y="33274"/>
                  </a:cubicBezTo>
                  <a:cubicBezTo>
                    <a:pt x="12700" y="34163"/>
                    <a:pt x="14986" y="34544"/>
                    <a:pt x="17272" y="34544"/>
                  </a:cubicBezTo>
                  <a:lnTo>
                    <a:pt x="640084" y="34544"/>
                  </a:lnTo>
                  <a:cubicBezTo>
                    <a:pt x="642370" y="34544"/>
                    <a:pt x="644529" y="34163"/>
                    <a:pt x="646688" y="33274"/>
                  </a:cubicBezTo>
                  <a:cubicBezTo>
                    <a:pt x="648847" y="32385"/>
                    <a:pt x="650625" y="31115"/>
                    <a:pt x="652276" y="29464"/>
                  </a:cubicBezTo>
                  <a:cubicBezTo>
                    <a:pt x="653927" y="27813"/>
                    <a:pt x="655197" y="25908"/>
                    <a:pt x="656086" y="23876"/>
                  </a:cubicBezTo>
                  <a:cubicBezTo>
                    <a:pt x="656340" y="23114"/>
                    <a:pt x="656594" y="22352"/>
                    <a:pt x="656848" y="21717"/>
                  </a:cubicBezTo>
                  <a:lnTo>
                    <a:pt x="656848" y="12827"/>
                  </a:lnTo>
                  <a:cubicBezTo>
                    <a:pt x="656594" y="12192"/>
                    <a:pt x="656340" y="11430"/>
                    <a:pt x="655959" y="10668"/>
                  </a:cubicBezTo>
                  <a:cubicBezTo>
                    <a:pt x="655070" y="8509"/>
                    <a:pt x="653800" y="6731"/>
                    <a:pt x="652149" y="5080"/>
                  </a:cubicBezTo>
                  <a:cubicBezTo>
                    <a:pt x="650498" y="3429"/>
                    <a:pt x="648593" y="2159"/>
                    <a:pt x="646561" y="1270"/>
                  </a:cubicBezTo>
                  <a:cubicBezTo>
                    <a:pt x="644529" y="381"/>
                    <a:pt x="642243" y="0"/>
                    <a:pt x="639957" y="0"/>
                  </a:cubicBezTo>
                  <a:close/>
                  <a:moveTo>
                    <a:pt x="639957" y="172464"/>
                  </a:moveTo>
                  <a:cubicBezTo>
                    <a:pt x="637671" y="172464"/>
                    <a:pt x="635512" y="172845"/>
                    <a:pt x="633353" y="173734"/>
                  </a:cubicBezTo>
                  <a:cubicBezTo>
                    <a:pt x="631194" y="174623"/>
                    <a:pt x="629416" y="175893"/>
                    <a:pt x="627765" y="177544"/>
                  </a:cubicBezTo>
                  <a:cubicBezTo>
                    <a:pt x="626114" y="179195"/>
                    <a:pt x="624844" y="180973"/>
                    <a:pt x="623955" y="183132"/>
                  </a:cubicBezTo>
                  <a:cubicBezTo>
                    <a:pt x="623066" y="185291"/>
                    <a:pt x="622685" y="187450"/>
                    <a:pt x="622685" y="189736"/>
                  </a:cubicBezTo>
                  <a:cubicBezTo>
                    <a:pt x="622685" y="192022"/>
                    <a:pt x="623066" y="194181"/>
                    <a:pt x="623955" y="196340"/>
                  </a:cubicBezTo>
                  <a:cubicBezTo>
                    <a:pt x="624844" y="198499"/>
                    <a:pt x="626114" y="200277"/>
                    <a:pt x="627765" y="201928"/>
                  </a:cubicBezTo>
                  <a:cubicBezTo>
                    <a:pt x="629416" y="203579"/>
                    <a:pt x="631321" y="204849"/>
                    <a:pt x="633353" y="205738"/>
                  </a:cubicBezTo>
                  <a:cubicBezTo>
                    <a:pt x="635385" y="206627"/>
                    <a:pt x="637671" y="207008"/>
                    <a:pt x="639957" y="207008"/>
                  </a:cubicBezTo>
                  <a:lnTo>
                    <a:pt x="640084" y="207008"/>
                  </a:lnTo>
                  <a:cubicBezTo>
                    <a:pt x="642370" y="207008"/>
                    <a:pt x="644529" y="206627"/>
                    <a:pt x="646688" y="205738"/>
                  </a:cubicBezTo>
                  <a:cubicBezTo>
                    <a:pt x="648847" y="204849"/>
                    <a:pt x="650625" y="203579"/>
                    <a:pt x="652276" y="201928"/>
                  </a:cubicBezTo>
                  <a:cubicBezTo>
                    <a:pt x="653927" y="200277"/>
                    <a:pt x="655197" y="198372"/>
                    <a:pt x="656086" y="196340"/>
                  </a:cubicBezTo>
                  <a:cubicBezTo>
                    <a:pt x="656340" y="195578"/>
                    <a:pt x="656594" y="194816"/>
                    <a:pt x="656848" y="194181"/>
                  </a:cubicBezTo>
                  <a:lnTo>
                    <a:pt x="656848" y="185418"/>
                  </a:lnTo>
                  <a:cubicBezTo>
                    <a:pt x="656594" y="184656"/>
                    <a:pt x="656340" y="183894"/>
                    <a:pt x="656086" y="183259"/>
                  </a:cubicBezTo>
                  <a:cubicBezTo>
                    <a:pt x="655197" y="181100"/>
                    <a:pt x="653927" y="179322"/>
                    <a:pt x="652276" y="177671"/>
                  </a:cubicBezTo>
                  <a:cubicBezTo>
                    <a:pt x="650625" y="176020"/>
                    <a:pt x="648720" y="174750"/>
                    <a:pt x="646688" y="173861"/>
                  </a:cubicBezTo>
                  <a:cubicBezTo>
                    <a:pt x="644656" y="172972"/>
                    <a:pt x="642370" y="172591"/>
                    <a:pt x="640084" y="172591"/>
                  </a:cubicBezTo>
                  <a:close/>
                  <a:moveTo>
                    <a:pt x="640084" y="345056"/>
                  </a:moveTo>
                  <a:cubicBezTo>
                    <a:pt x="637798" y="345056"/>
                    <a:pt x="635639" y="345437"/>
                    <a:pt x="633480" y="346326"/>
                  </a:cubicBezTo>
                  <a:cubicBezTo>
                    <a:pt x="631321" y="347215"/>
                    <a:pt x="629543" y="348485"/>
                    <a:pt x="627892" y="350136"/>
                  </a:cubicBezTo>
                  <a:cubicBezTo>
                    <a:pt x="626241" y="351787"/>
                    <a:pt x="624971" y="353564"/>
                    <a:pt x="624082" y="355723"/>
                  </a:cubicBezTo>
                  <a:cubicBezTo>
                    <a:pt x="623193" y="357882"/>
                    <a:pt x="622812" y="360041"/>
                    <a:pt x="622812" y="362327"/>
                  </a:cubicBezTo>
                  <a:cubicBezTo>
                    <a:pt x="622812" y="364613"/>
                    <a:pt x="623193" y="366772"/>
                    <a:pt x="624082" y="368931"/>
                  </a:cubicBezTo>
                  <a:cubicBezTo>
                    <a:pt x="624971" y="371090"/>
                    <a:pt x="626241" y="372868"/>
                    <a:pt x="627892" y="374519"/>
                  </a:cubicBezTo>
                  <a:cubicBezTo>
                    <a:pt x="629543" y="376170"/>
                    <a:pt x="631448" y="377440"/>
                    <a:pt x="633480" y="378329"/>
                  </a:cubicBezTo>
                  <a:cubicBezTo>
                    <a:pt x="635512" y="379218"/>
                    <a:pt x="637798" y="379599"/>
                    <a:pt x="640084" y="379599"/>
                  </a:cubicBezTo>
                  <a:cubicBezTo>
                    <a:pt x="642370" y="379599"/>
                    <a:pt x="644529" y="379218"/>
                    <a:pt x="646688" y="378329"/>
                  </a:cubicBezTo>
                  <a:cubicBezTo>
                    <a:pt x="648847" y="377440"/>
                    <a:pt x="650625" y="376170"/>
                    <a:pt x="652276" y="374519"/>
                  </a:cubicBezTo>
                  <a:cubicBezTo>
                    <a:pt x="653927" y="372868"/>
                    <a:pt x="655197" y="370963"/>
                    <a:pt x="656086" y="368931"/>
                  </a:cubicBezTo>
                  <a:cubicBezTo>
                    <a:pt x="656340" y="368169"/>
                    <a:pt x="656594" y="367407"/>
                    <a:pt x="656848" y="366772"/>
                  </a:cubicBezTo>
                  <a:lnTo>
                    <a:pt x="656848" y="358009"/>
                  </a:lnTo>
                  <a:cubicBezTo>
                    <a:pt x="656594" y="357247"/>
                    <a:pt x="656340" y="356485"/>
                    <a:pt x="656086" y="355850"/>
                  </a:cubicBezTo>
                  <a:cubicBezTo>
                    <a:pt x="655197" y="353691"/>
                    <a:pt x="653927" y="351914"/>
                    <a:pt x="652276" y="350263"/>
                  </a:cubicBezTo>
                  <a:cubicBezTo>
                    <a:pt x="650625" y="348612"/>
                    <a:pt x="648720" y="347342"/>
                    <a:pt x="646688" y="346453"/>
                  </a:cubicBezTo>
                  <a:cubicBezTo>
                    <a:pt x="644656" y="345564"/>
                    <a:pt x="642370" y="345183"/>
                    <a:pt x="640084" y="345183"/>
                  </a:cubicBezTo>
                  <a:close/>
                </a:path>
              </a:pathLst>
            </a:custGeom>
            <a:solidFill>
              <a:srgbClr val="FFFFFF"/>
            </a:solidFill>
          </p:spPr>
        </p:sp>
      </p:grpSp>
      <p:grpSp>
        <p:nvGrpSpPr>
          <p:cNvPr name="Group 8" id="8"/>
          <p:cNvGrpSpPr/>
          <p:nvPr/>
        </p:nvGrpSpPr>
        <p:grpSpPr>
          <a:xfrm rot="0">
            <a:off x="13848426" y="-63046"/>
            <a:ext cx="4498972" cy="2086727"/>
            <a:chOff x="0" y="0"/>
            <a:chExt cx="4498975" cy="2086737"/>
          </a:xfrm>
        </p:grpSpPr>
        <p:sp>
          <p:nvSpPr>
            <p:cNvPr name="Freeform 9" id="9"/>
            <p:cNvSpPr/>
            <p:nvPr/>
          </p:nvSpPr>
          <p:spPr>
            <a:xfrm flipH="false" flipV="false" rot="0">
              <a:off x="63500" y="63500"/>
              <a:ext cx="4371975" cy="1957964"/>
            </a:xfrm>
            <a:custGeom>
              <a:avLst/>
              <a:gdLst/>
              <a:ahLst/>
              <a:cxnLst/>
              <a:rect r="r" b="b" t="t" l="l"/>
              <a:pathLst>
                <a:path h="1957964" w="4371975">
                  <a:moveTo>
                    <a:pt x="0" y="0"/>
                  </a:moveTo>
                  <a:lnTo>
                    <a:pt x="4371975" y="1957964"/>
                  </a:lnTo>
                  <a:lnTo>
                    <a:pt x="4371975" y="1956948"/>
                  </a:lnTo>
                  <a:lnTo>
                    <a:pt x="1620266" y="0"/>
                  </a:lnTo>
                  <a:close/>
                </a:path>
              </a:pathLst>
            </a:custGeom>
            <a:solidFill>
              <a:srgbClr val="D2EDFF"/>
            </a:solidFill>
          </p:spPr>
        </p:sp>
        <p:sp>
          <p:nvSpPr>
            <p:cNvPr name="Freeform 10" id="10"/>
            <p:cNvSpPr/>
            <p:nvPr/>
          </p:nvSpPr>
          <p:spPr>
            <a:xfrm flipH="false" flipV="false" rot="0">
              <a:off x="1683766" y="63500"/>
              <a:ext cx="2751709" cy="1452757"/>
            </a:xfrm>
            <a:custGeom>
              <a:avLst/>
              <a:gdLst/>
              <a:ahLst/>
              <a:cxnLst/>
              <a:rect r="r" b="b" t="t" l="l"/>
              <a:pathLst>
                <a:path h="1452757" w="2751709">
                  <a:moveTo>
                    <a:pt x="0" y="0"/>
                  </a:moveTo>
                  <a:lnTo>
                    <a:pt x="2751709" y="1452757"/>
                  </a:lnTo>
                  <a:lnTo>
                    <a:pt x="2751709" y="0"/>
                  </a:lnTo>
                  <a:close/>
                </a:path>
              </a:pathLst>
            </a:custGeom>
            <a:solidFill>
              <a:srgbClr val="312F84"/>
            </a:solidFill>
          </p:spPr>
        </p:sp>
        <p:sp>
          <p:nvSpPr>
            <p:cNvPr name="Freeform 11" id="11"/>
            <p:cNvSpPr/>
            <p:nvPr/>
          </p:nvSpPr>
          <p:spPr>
            <a:xfrm flipH="false" flipV="false" rot="0">
              <a:off x="1683766" y="63500"/>
              <a:ext cx="2751709" cy="1956948"/>
            </a:xfrm>
            <a:custGeom>
              <a:avLst/>
              <a:gdLst/>
              <a:ahLst/>
              <a:cxnLst/>
              <a:rect r="r" b="b" t="t" l="l"/>
              <a:pathLst>
                <a:path h="1956948" w="2751709">
                  <a:moveTo>
                    <a:pt x="0" y="0"/>
                  </a:moveTo>
                  <a:lnTo>
                    <a:pt x="2751709" y="1956948"/>
                  </a:lnTo>
                  <a:lnTo>
                    <a:pt x="2751709" y="1452757"/>
                  </a:lnTo>
                  <a:lnTo>
                    <a:pt x="0" y="0"/>
                  </a:lnTo>
                  <a:close/>
                </a:path>
              </a:pathLst>
            </a:custGeom>
            <a:solidFill>
              <a:srgbClr val="80B2E8"/>
            </a:solidFill>
          </p:spPr>
        </p:sp>
      </p:grpSp>
      <p:grpSp>
        <p:nvGrpSpPr>
          <p:cNvPr name="Group 12" id="12"/>
          <p:cNvGrpSpPr/>
          <p:nvPr/>
        </p:nvGrpSpPr>
        <p:grpSpPr>
          <a:xfrm rot="0">
            <a:off x="382238" y="8844239"/>
            <a:ext cx="1295400" cy="1200150"/>
            <a:chOff x="0" y="0"/>
            <a:chExt cx="1727200" cy="1600200"/>
          </a:xfrm>
        </p:grpSpPr>
        <p:sp>
          <p:nvSpPr>
            <p:cNvPr name="Freeform 13" id="13"/>
            <p:cNvSpPr/>
            <p:nvPr/>
          </p:nvSpPr>
          <p:spPr>
            <a:xfrm flipH="false" flipV="false" rot="0">
              <a:off x="0" y="0"/>
              <a:ext cx="1727200" cy="1600200"/>
            </a:xfrm>
            <a:custGeom>
              <a:avLst/>
              <a:gdLst/>
              <a:ahLst/>
              <a:cxnLst/>
              <a:rect r="r" b="b" t="t" l="l"/>
              <a:pathLst>
                <a:path h="1600200" w="1727200">
                  <a:moveTo>
                    <a:pt x="0" y="0"/>
                  </a:moveTo>
                  <a:lnTo>
                    <a:pt x="1727200" y="0"/>
                  </a:lnTo>
                  <a:lnTo>
                    <a:pt x="1727200" y="1600200"/>
                  </a:lnTo>
                  <a:lnTo>
                    <a:pt x="0" y="1600200"/>
                  </a:lnTo>
                  <a:lnTo>
                    <a:pt x="0" y="0"/>
                  </a:lnTo>
                  <a:close/>
                </a:path>
              </a:pathLst>
            </a:custGeom>
            <a:blipFill>
              <a:blip r:embed="rId2"/>
              <a:stretch>
                <a:fillRect l="0" t="0" r="0" b="0"/>
              </a:stretch>
            </a:blipFill>
          </p:spPr>
        </p:sp>
      </p:grpSp>
      <p:sp>
        <p:nvSpPr>
          <p:cNvPr name="Freeform 14" id="14"/>
          <p:cNvSpPr/>
          <p:nvPr/>
        </p:nvSpPr>
        <p:spPr>
          <a:xfrm flipH="false" flipV="false" rot="0">
            <a:off x="-66551" y="-63436"/>
            <a:ext cx="3542748" cy="3313824"/>
          </a:xfrm>
          <a:custGeom>
            <a:avLst/>
            <a:gdLst/>
            <a:ahLst/>
            <a:cxnLst/>
            <a:rect r="r" b="b" t="t" l="l"/>
            <a:pathLst>
              <a:path h="3313824" w="3542748">
                <a:moveTo>
                  <a:pt x="0" y="0"/>
                </a:moveTo>
                <a:lnTo>
                  <a:pt x="3542747" y="0"/>
                </a:lnTo>
                <a:lnTo>
                  <a:pt x="3542747" y="3313823"/>
                </a:lnTo>
                <a:lnTo>
                  <a:pt x="0" y="33138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0" y="0"/>
            <a:ext cx="3141545" cy="1232268"/>
            <a:chOff x="0" y="0"/>
            <a:chExt cx="4188727" cy="1643024"/>
          </a:xfrm>
        </p:grpSpPr>
        <p:sp>
          <p:nvSpPr>
            <p:cNvPr name="Freeform 16" id="16"/>
            <p:cNvSpPr/>
            <p:nvPr/>
          </p:nvSpPr>
          <p:spPr>
            <a:xfrm flipH="false" flipV="false" rot="0">
              <a:off x="0" y="0"/>
              <a:ext cx="4188714" cy="1642999"/>
            </a:xfrm>
            <a:custGeom>
              <a:avLst/>
              <a:gdLst/>
              <a:ahLst/>
              <a:cxnLst/>
              <a:rect r="r" b="b" t="t" l="l"/>
              <a:pathLst>
                <a:path h="1642999" w="4188714">
                  <a:moveTo>
                    <a:pt x="0" y="0"/>
                  </a:moveTo>
                  <a:lnTo>
                    <a:pt x="4188714" y="0"/>
                  </a:lnTo>
                  <a:lnTo>
                    <a:pt x="4188714" y="1642999"/>
                  </a:lnTo>
                  <a:lnTo>
                    <a:pt x="0" y="1642999"/>
                  </a:lnTo>
                  <a:lnTo>
                    <a:pt x="0" y="0"/>
                  </a:lnTo>
                  <a:close/>
                </a:path>
              </a:pathLst>
            </a:custGeom>
            <a:blipFill>
              <a:blip r:embed="rId5"/>
              <a:stretch>
                <a:fillRect l="-9150" t="-12080" r="0" b="-1"/>
              </a:stretch>
            </a:blipFill>
          </p:spPr>
        </p:sp>
      </p:grpSp>
      <p:grpSp>
        <p:nvGrpSpPr>
          <p:cNvPr name="Group 17" id="17"/>
          <p:cNvGrpSpPr/>
          <p:nvPr/>
        </p:nvGrpSpPr>
        <p:grpSpPr>
          <a:xfrm rot="0">
            <a:off x="0" y="8335708"/>
            <a:ext cx="4376071" cy="1951292"/>
            <a:chOff x="0" y="0"/>
            <a:chExt cx="4376064" cy="1951291"/>
          </a:xfrm>
        </p:grpSpPr>
        <p:sp>
          <p:nvSpPr>
            <p:cNvPr name="Freeform 18" id="18"/>
            <p:cNvSpPr/>
            <p:nvPr/>
          </p:nvSpPr>
          <p:spPr>
            <a:xfrm flipH="false" flipV="false" rot="0">
              <a:off x="0" y="0"/>
              <a:ext cx="4376035" cy="1951229"/>
            </a:xfrm>
            <a:custGeom>
              <a:avLst/>
              <a:gdLst/>
              <a:ahLst/>
              <a:cxnLst/>
              <a:rect r="r" b="b" t="t" l="l"/>
              <a:pathLst>
                <a:path h="1951229" w="4376035">
                  <a:moveTo>
                    <a:pt x="0" y="0"/>
                  </a:moveTo>
                  <a:lnTo>
                    <a:pt x="0" y="1951229"/>
                  </a:lnTo>
                  <a:lnTo>
                    <a:pt x="4376035" y="1951229"/>
                  </a:lnTo>
                  <a:lnTo>
                    <a:pt x="4376035" y="0"/>
                  </a:lnTo>
                  <a:close/>
                </a:path>
              </a:pathLst>
            </a:custGeom>
            <a:solidFill>
              <a:srgbClr val="000000">
                <a:alpha val="0"/>
              </a:srgbClr>
            </a:solidFill>
          </p:spPr>
        </p:sp>
      </p:grpSp>
      <p:grpSp>
        <p:nvGrpSpPr>
          <p:cNvPr name="Group 19" id="19"/>
          <p:cNvGrpSpPr/>
          <p:nvPr/>
        </p:nvGrpSpPr>
        <p:grpSpPr>
          <a:xfrm rot="0">
            <a:off x="-63503" y="-63503"/>
            <a:ext cx="3540176" cy="3313909"/>
            <a:chOff x="0" y="0"/>
            <a:chExt cx="3540176" cy="3313913"/>
          </a:xfrm>
        </p:grpSpPr>
        <p:sp>
          <p:nvSpPr>
            <p:cNvPr name="Freeform 20" id="20"/>
            <p:cNvSpPr/>
            <p:nvPr/>
          </p:nvSpPr>
          <p:spPr>
            <a:xfrm flipH="false" flipV="false" rot="0">
              <a:off x="63500" y="63500"/>
              <a:ext cx="3413125" cy="3186938"/>
            </a:xfrm>
            <a:custGeom>
              <a:avLst/>
              <a:gdLst/>
              <a:ahLst/>
              <a:cxnLst/>
              <a:rect r="r" b="b" t="t" l="l"/>
              <a:pathLst>
                <a:path h="3186938" w="3413125">
                  <a:moveTo>
                    <a:pt x="0" y="0"/>
                  </a:moveTo>
                  <a:lnTo>
                    <a:pt x="0" y="3186938"/>
                  </a:lnTo>
                  <a:lnTo>
                    <a:pt x="3413125" y="3186938"/>
                  </a:lnTo>
                  <a:lnTo>
                    <a:pt x="3413125" y="0"/>
                  </a:lnTo>
                  <a:close/>
                </a:path>
              </a:pathLst>
            </a:custGeom>
            <a:solidFill>
              <a:srgbClr val="000000">
                <a:alpha val="0"/>
              </a:srgbClr>
            </a:solidFill>
          </p:spPr>
        </p:sp>
        <p:sp>
          <p:nvSpPr>
            <p:cNvPr name="Freeform 21" id="21"/>
            <p:cNvSpPr/>
            <p:nvPr/>
          </p:nvSpPr>
          <p:spPr>
            <a:xfrm flipH="false" flipV="false" rot="0">
              <a:off x="1593088" y="1092200"/>
              <a:ext cx="658368" cy="380619"/>
            </a:xfrm>
            <a:custGeom>
              <a:avLst/>
              <a:gdLst/>
              <a:ahLst/>
              <a:cxnLst/>
              <a:rect r="r" b="b" t="t" l="l"/>
              <a:pathLst>
                <a:path h="380619" w="658368">
                  <a:moveTo>
                    <a:pt x="0" y="380619"/>
                  </a:moveTo>
                  <a:lnTo>
                    <a:pt x="658368" y="380619"/>
                  </a:lnTo>
                  <a:lnTo>
                    <a:pt x="658368" y="0"/>
                  </a:lnTo>
                  <a:lnTo>
                    <a:pt x="0" y="0"/>
                  </a:lnTo>
                  <a:close/>
                </a:path>
              </a:pathLst>
            </a:custGeom>
            <a:solidFill>
              <a:srgbClr val="000000">
                <a:alpha val="0"/>
              </a:srgbClr>
            </a:solidFill>
          </p:spPr>
        </p:sp>
      </p:grpSp>
      <p:grpSp>
        <p:nvGrpSpPr>
          <p:cNvPr name="Group 22" id="22"/>
          <p:cNvGrpSpPr/>
          <p:nvPr/>
        </p:nvGrpSpPr>
        <p:grpSpPr>
          <a:xfrm rot="0">
            <a:off x="13911929" y="0"/>
            <a:ext cx="4376071" cy="1960817"/>
            <a:chOff x="0" y="0"/>
            <a:chExt cx="4376064" cy="1960816"/>
          </a:xfrm>
        </p:grpSpPr>
        <p:sp>
          <p:nvSpPr>
            <p:cNvPr name="Freeform 23" id="23"/>
            <p:cNvSpPr/>
            <p:nvPr/>
          </p:nvSpPr>
          <p:spPr>
            <a:xfrm flipH="false" flipV="false" rot="0">
              <a:off x="0" y="0"/>
              <a:ext cx="4376036" cy="1960754"/>
            </a:xfrm>
            <a:custGeom>
              <a:avLst/>
              <a:gdLst/>
              <a:ahLst/>
              <a:cxnLst/>
              <a:rect r="r" b="b" t="t" l="l"/>
              <a:pathLst>
                <a:path h="1960754" w="4376036">
                  <a:moveTo>
                    <a:pt x="0" y="1960754"/>
                  </a:moveTo>
                  <a:lnTo>
                    <a:pt x="4376036" y="1960754"/>
                  </a:lnTo>
                  <a:lnTo>
                    <a:pt x="4376036" y="0"/>
                  </a:lnTo>
                  <a:lnTo>
                    <a:pt x="0" y="0"/>
                  </a:lnTo>
                  <a:close/>
                </a:path>
              </a:pathLst>
            </a:custGeom>
            <a:solidFill>
              <a:srgbClr val="000000">
                <a:alpha val="0"/>
              </a:srgbClr>
            </a:solidFill>
          </p:spPr>
        </p:sp>
      </p:grpSp>
      <p:sp>
        <p:nvSpPr>
          <p:cNvPr name="TextBox 24" id="24"/>
          <p:cNvSpPr txBox="true"/>
          <p:nvPr/>
        </p:nvSpPr>
        <p:spPr>
          <a:xfrm rot="0">
            <a:off x="4405298" y="680657"/>
            <a:ext cx="8514502" cy="1343025"/>
          </a:xfrm>
          <a:prstGeom prst="rect">
            <a:avLst/>
          </a:prstGeom>
        </p:spPr>
        <p:txBody>
          <a:bodyPr anchor="t" rtlCol="false" tIns="0" lIns="0" bIns="0" rIns="0">
            <a:spAutoFit/>
          </a:bodyPr>
          <a:lstStyle/>
          <a:p>
            <a:pPr algn="l">
              <a:lnSpc>
                <a:spcPts val="10080"/>
              </a:lnSpc>
            </a:pPr>
            <a:r>
              <a:rPr lang="en-US" b="true" sz="7200">
                <a:solidFill>
                  <a:srgbClr val="80B2E8"/>
                </a:solidFill>
                <a:latin typeface="Poppins Bold"/>
                <a:ea typeface="Poppins Bold"/>
                <a:cs typeface="Poppins Bold"/>
                <a:sym typeface="Poppins Bold"/>
              </a:rPr>
              <a:t>Impact &amp; Benefits</a:t>
            </a:r>
          </a:p>
        </p:txBody>
      </p:sp>
      <p:sp>
        <p:nvSpPr>
          <p:cNvPr name="TextBox 25" id="25"/>
          <p:cNvSpPr txBox="true"/>
          <p:nvPr/>
        </p:nvSpPr>
        <p:spPr>
          <a:xfrm rot="0">
            <a:off x="1530125" y="2390737"/>
            <a:ext cx="15015758" cy="6453502"/>
          </a:xfrm>
          <a:prstGeom prst="rect">
            <a:avLst/>
          </a:prstGeom>
        </p:spPr>
        <p:txBody>
          <a:bodyPr anchor="t" rtlCol="false" tIns="0" lIns="0" bIns="0" rIns="0">
            <a:spAutoFit/>
          </a:bodyPr>
          <a:lstStyle/>
          <a:p>
            <a:pPr algn="just">
              <a:lnSpc>
                <a:spcPts val="3920"/>
              </a:lnSpc>
              <a:spcBef>
                <a:spcPct val="0"/>
              </a:spcBef>
            </a:pPr>
            <a:r>
              <a:rPr lang="en-US" sz="2800">
                <a:solidFill>
                  <a:srgbClr val="80B2E8"/>
                </a:solidFill>
                <a:latin typeface="Poppins"/>
                <a:ea typeface="Poppins"/>
                <a:cs typeface="Poppins"/>
                <a:sym typeface="Poppins"/>
              </a:rPr>
              <a:t>Therefore, it can be concluded that the implementation of this autonomous technology within the context of urban landscape has the potential to create a transformative effect in terms of addressing the problem of increasing operation costs associated with the process of "Last Mile" delivery by up to 40%. This autonomous technology in terms of addressing the issue of the delivery process eliminates human labor costs, ensuring that it has the flexibility to reach its potential in terms of its utilization in the process of delivery by working 24/7. Therefore, it can be concluded that this technology, in terms of utilizing autonomous electric agents, ensures that the process of delivery becomes "Green" in terms of the concept of the "Green City." Moreover, this autonomous technology has the ability to democratize this process in terms of ensuring equivalent opportunity to both large and small businesses, while also providing human labor an opportunity to advance to a higher level.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D2C"/>
        </a:solidFill>
      </p:bgPr>
    </p:bg>
    <p:spTree>
      <p:nvGrpSpPr>
        <p:cNvPr id="1" name=""/>
        <p:cNvGrpSpPr/>
        <p:nvPr/>
      </p:nvGrpSpPr>
      <p:grpSpPr>
        <a:xfrm>
          <a:off x="0" y="0"/>
          <a:ext cx="0" cy="0"/>
          <a:chOff x="0" y="0"/>
          <a:chExt cx="0" cy="0"/>
        </a:xfrm>
      </p:grpSpPr>
      <p:grpSp>
        <p:nvGrpSpPr>
          <p:cNvPr name="Group 2" id="2"/>
          <p:cNvGrpSpPr/>
          <p:nvPr/>
        </p:nvGrpSpPr>
        <p:grpSpPr>
          <a:xfrm rot="0">
            <a:off x="-59484" y="8272834"/>
            <a:ext cx="4498972" cy="2080717"/>
            <a:chOff x="0" y="0"/>
            <a:chExt cx="4498975" cy="2080717"/>
          </a:xfrm>
        </p:grpSpPr>
        <p:sp>
          <p:nvSpPr>
            <p:cNvPr name="Freeform 3" id="3"/>
            <p:cNvSpPr/>
            <p:nvPr/>
          </p:nvSpPr>
          <p:spPr>
            <a:xfrm flipH="false" flipV="false" rot="0">
              <a:off x="63500" y="65278"/>
              <a:ext cx="4351782" cy="1948945"/>
            </a:xfrm>
            <a:custGeom>
              <a:avLst/>
              <a:gdLst/>
              <a:ahLst/>
              <a:cxnLst/>
              <a:rect r="r" b="b" t="t" l="l"/>
              <a:pathLst>
                <a:path h="1948945" w="4351782">
                  <a:moveTo>
                    <a:pt x="0" y="0"/>
                  </a:moveTo>
                  <a:lnTo>
                    <a:pt x="0" y="1016"/>
                  </a:lnTo>
                  <a:lnTo>
                    <a:pt x="2739009" y="1948945"/>
                  </a:lnTo>
                  <a:lnTo>
                    <a:pt x="4351782" y="1948945"/>
                  </a:lnTo>
                  <a:lnTo>
                    <a:pt x="0" y="0"/>
                  </a:lnTo>
                  <a:close/>
                </a:path>
              </a:pathLst>
            </a:custGeom>
            <a:solidFill>
              <a:srgbClr val="D2EDFF"/>
            </a:solidFill>
          </p:spPr>
        </p:sp>
        <p:sp>
          <p:nvSpPr>
            <p:cNvPr name="Freeform 4" id="4"/>
            <p:cNvSpPr/>
            <p:nvPr/>
          </p:nvSpPr>
          <p:spPr>
            <a:xfrm flipH="false" flipV="false" rot="0">
              <a:off x="63500" y="570485"/>
              <a:ext cx="2734564" cy="1443738"/>
            </a:xfrm>
            <a:custGeom>
              <a:avLst/>
              <a:gdLst/>
              <a:ahLst/>
              <a:cxnLst/>
              <a:rect r="r" b="b" t="t" l="l"/>
              <a:pathLst>
                <a:path h="1443738" w="2734564">
                  <a:moveTo>
                    <a:pt x="0" y="0"/>
                  </a:moveTo>
                  <a:lnTo>
                    <a:pt x="0" y="1443738"/>
                  </a:lnTo>
                  <a:lnTo>
                    <a:pt x="2734564" y="1443738"/>
                  </a:lnTo>
                  <a:lnTo>
                    <a:pt x="0" y="0"/>
                  </a:lnTo>
                  <a:close/>
                </a:path>
              </a:pathLst>
            </a:custGeom>
            <a:solidFill>
              <a:srgbClr val="312F84"/>
            </a:solidFill>
          </p:spPr>
        </p:sp>
        <p:sp>
          <p:nvSpPr>
            <p:cNvPr name="Freeform 5" id="5"/>
            <p:cNvSpPr/>
            <p:nvPr/>
          </p:nvSpPr>
          <p:spPr>
            <a:xfrm flipH="false" flipV="false" rot="0">
              <a:off x="63500" y="66294"/>
              <a:ext cx="2739009" cy="1947929"/>
            </a:xfrm>
            <a:custGeom>
              <a:avLst/>
              <a:gdLst/>
              <a:ahLst/>
              <a:cxnLst/>
              <a:rect r="r" b="b" t="t" l="l"/>
              <a:pathLst>
                <a:path h="1947929" w="2739009">
                  <a:moveTo>
                    <a:pt x="0" y="0"/>
                  </a:moveTo>
                  <a:lnTo>
                    <a:pt x="0" y="504191"/>
                  </a:lnTo>
                  <a:lnTo>
                    <a:pt x="2734564" y="1947929"/>
                  </a:lnTo>
                  <a:lnTo>
                    <a:pt x="2739009" y="1947929"/>
                  </a:lnTo>
                  <a:lnTo>
                    <a:pt x="0" y="0"/>
                  </a:lnTo>
                  <a:close/>
                </a:path>
              </a:pathLst>
            </a:custGeom>
            <a:solidFill>
              <a:srgbClr val="80B2E8"/>
            </a:solidFill>
          </p:spPr>
        </p:sp>
      </p:grpSp>
      <p:grpSp>
        <p:nvGrpSpPr>
          <p:cNvPr name="Group 6" id="6"/>
          <p:cNvGrpSpPr/>
          <p:nvPr/>
        </p:nvGrpSpPr>
        <p:grpSpPr>
          <a:xfrm rot="0">
            <a:off x="1530125" y="1028700"/>
            <a:ext cx="656749" cy="379619"/>
            <a:chOff x="0" y="0"/>
            <a:chExt cx="656755" cy="379616"/>
          </a:xfrm>
        </p:grpSpPr>
        <p:sp>
          <p:nvSpPr>
            <p:cNvPr name="Freeform 7" id="7"/>
            <p:cNvSpPr/>
            <p:nvPr/>
          </p:nvSpPr>
          <p:spPr>
            <a:xfrm flipH="false" flipV="false" rot="0">
              <a:off x="0" y="0"/>
              <a:ext cx="656848" cy="379599"/>
            </a:xfrm>
            <a:custGeom>
              <a:avLst/>
              <a:gdLst/>
              <a:ahLst/>
              <a:cxnLst/>
              <a:rect r="r" b="b" t="t" l="l"/>
              <a:pathLst>
                <a:path h="379599" w="656848">
                  <a:moveTo>
                    <a:pt x="17272" y="0"/>
                  </a:moveTo>
                  <a:cubicBezTo>
                    <a:pt x="14986" y="0"/>
                    <a:pt x="12827" y="381"/>
                    <a:pt x="10668" y="1270"/>
                  </a:cubicBezTo>
                  <a:cubicBezTo>
                    <a:pt x="8509" y="2159"/>
                    <a:pt x="6731" y="3429"/>
                    <a:pt x="5080" y="5080"/>
                  </a:cubicBezTo>
                  <a:cubicBezTo>
                    <a:pt x="3429" y="6731"/>
                    <a:pt x="2159" y="8509"/>
                    <a:pt x="1270" y="10668"/>
                  </a:cubicBezTo>
                  <a:cubicBezTo>
                    <a:pt x="381" y="12827"/>
                    <a:pt x="0" y="14986"/>
                    <a:pt x="0" y="17272"/>
                  </a:cubicBezTo>
                  <a:cubicBezTo>
                    <a:pt x="0" y="19558"/>
                    <a:pt x="381" y="21717"/>
                    <a:pt x="1270" y="23876"/>
                  </a:cubicBezTo>
                  <a:cubicBezTo>
                    <a:pt x="2159" y="26035"/>
                    <a:pt x="3429" y="27813"/>
                    <a:pt x="5080" y="29464"/>
                  </a:cubicBezTo>
                  <a:cubicBezTo>
                    <a:pt x="6731" y="31115"/>
                    <a:pt x="8636" y="32385"/>
                    <a:pt x="10668" y="33274"/>
                  </a:cubicBezTo>
                  <a:cubicBezTo>
                    <a:pt x="12700" y="34163"/>
                    <a:pt x="14986" y="34544"/>
                    <a:pt x="17272" y="34544"/>
                  </a:cubicBezTo>
                  <a:lnTo>
                    <a:pt x="640084" y="34544"/>
                  </a:lnTo>
                  <a:cubicBezTo>
                    <a:pt x="642370" y="34544"/>
                    <a:pt x="644529" y="34163"/>
                    <a:pt x="646688" y="33274"/>
                  </a:cubicBezTo>
                  <a:cubicBezTo>
                    <a:pt x="648847" y="32385"/>
                    <a:pt x="650625" y="31115"/>
                    <a:pt x="652276" y="29464"/>
                  </a:cubicBezTo>
                  <a:cubicBezTo>
                    <a:pt x="653927" y="27813"/>
                    <a:pt x="655197" y="25908"/>
                    <a:pt x="656086" y="23876"/>
                  </a:cubicBezTo>
                  <a:cubicBezTo>
                    <a:pt x="656340" y="23114"/>
                    <a:pt x="656594" y="22352"/>
                    <a:pt x="656848" y="21717"/>
                  </a:cubicBezTo>
                  <a:lnTo>
                    <a:pt x="656848" y="12827"/>
                  </a:lnTo>
                  <a:cubicBezTo>
                    <a:pt x="656594" y="12192"/>
                    <a:pt x="656340" y="11430"/>
                    <a:pt x="655959" y="10668"/>
                  </a:cubicBezTo>
                  <a:cubicBezTo>
                    <a:pt x="655070" y="8509"/>
                    <a:pt x="653800" y="6731"/>
                    <a:pt x="652149" y="5080"/>
                  </a:cubicBezTo>
                  <a:cubicBezTo>
                    <a:pt x="650498" y="3429"/>
                    <a:pt x="648593" y="2159"/>
                    <a:pt x="646561" y="1270"/>
                  </a:cubicBezTo>
                  <a:cubicBezTo>
                    <a:pt x="644529" y="381"/>
                    <a:pt x="642243" y="0"/>
                    <a:pt x="639957" y="0"/>
                  </a:cubicBezTo>
                  <a:close/>
                  <a:moveTo>
                    <a:pt x="639957" y="172464"/>
                  </a:moveTo>
                  <a:cubicBezTo>
                    <a:pt x="637671" y="172464"/>
                    <a:pt x="635512" y="172845"/>
                    <a:pt x="633353" y="173734"/>
                  </a:cubicBezTo>
                  <a:cubicBezTo>
                    <a:pt x="631194" y="174623"/>
                    <a:pt x="629416" y="175893"/>
                    <a:pt x="627765" y="177544"/>
                  </a:cubicBezTo>
                  <a:cubicBezTo>
                    <a:pt x="626114" y="179195"/>
                    <a:pt x="624844" y="180973"/>
                    <a:pt x="623955" y="183132"/>
                  </a:cubicBezTo>
                  <a:cubicBezTo>
                    <a:pt x="623066" y="185291"/>
                    <a:pt x="622685" y="187450"/>
                    <a:pt x="622685" y="189736"/>
                  </a:cubicBezTo>
                  <a:cubicBezTo>
                    <a:pt x="622685" y="192022"/>
                    <a:pt x="623066" y="194181"/>
                    <a:pt x="623955" y="196340"/>
                  </a:cubicBezTo>
                  <a:cubicBezTo>
                    <a:pt x="624844" y="198499"/>
                    <a:pt x="626114" y="200277"/>
                    <a:pt x="627765" y="201928"/>
                  </a:cubicBezTo>
                  <a:cubicBezTo>
                    <a:pt x="629416" y="203579"/>
                    <a:pt x="631321" y="204849"/>
                    <a:pt x="633353" y="205738"/>
                  </a:cubicBezTo>
                  <a:cubicBezTo>
                    <a:pt x="635385" y="206627"/>
                    <a:pt x="637671" y="207008"/>
                    <a:pt x="639957" y="207008"/>
                  </a:cubicBezTo>
                  <a:lnTo>
                    <a:pt x="640084" y="207008"/>
                  </a:lnTo>
                  <a:cubicBezTo>
                    <a:pt x="642370" y="207008"/>
                    <a:pt x="644529" y="206627"/>
                    <a:pt x="646688" y="205738"/>
                  </a:cubicBezTo>
                  <a:cubicBezTo>
                    <a:pt x="648847" y="204849"/>
                    <a:pt x="650625" y="203579"/>
                    <a:pt x="652276" y="201928"/>
                  </a:cubicBezTo>
                  <a:cubicBezTo>
                    <a:pt x="653927" y="200277"/>
                    <a:pt x="655197" y="198372"/>
                    <a:pt x="656086" y="196340"/>
                  </a:cubicBezTo>
                  <a:cubicBezTo>
                    <a:pt x="656340" y="195578"/>
                    <a:pt x="656594" y="194816"/>
                    <a:pt x="656848" y="194181"/>
                  </a:cubicBezTo>
                  <a:lnTo>
                    <a:pt x="656848" y="185418"/>
                  </a:lnTo>
                  <a:cubicBezTo>
                    <a:pt x="656594" y="184656"/>
                    <a:pt x="656340" y="183894"/>
                    <a:pt x="656086" y="183259"/>
                  </a:cubicBezTo>
                  <a:cubicBezTo>
                    <a:pt x="655197" y="181100"/>
                    <a:pt x="653927" y="179322"/>
                    <a:pt x="652276" y="177671"/>
                  </a:cubicBezTo>
                  <a:cubicBezTo>
                    <a:pt x="650625" y="176020"/>
                    <a:pt x="648720" y="174750"/>
                    <a:pt x="646688" y="173861"/>
                  </a:cubicBezTo>
                  <a:cubicBezTo>
                    <a:pt x="644656" y="172972"/>
                    <a:pt x="642370" y="172591"/>
                    <a:pt x="640084" y="172591"/>
                  </a:cubicBezTo>
                  <a:close/>
                  <a:moveTo>
                    <a:pt x="640084" y="345056"/>
                  </a:moveTo>
                  <a:cubicBezTo>
                    <a:pt x="637798" y="345056"/>
                    <a:pt x="635639" y="345437"/>
                    <a:pt x="633480" y="346326"/>
                  </a:cubicBezTo>
                  <a:cubicBezTo>
                    <a:pt x="631321" y="347215"/>
                    <a:pt x="629543" y="348485"/>
                    <a:pt x="627892" y="350136"/>
                  </a:cubicBezTo>
                  <a:cubicBezTo>
                    <a:pt x="626241" y="351787"/>
                    <a:pt x="624971" y="353564"/>
                    <a:pt x="624082" y="355723"/>
                  </a:cubicBezTo>
                  <a:cubicBezTo>
                    <a:pt x="623193" y="357882"/>
                    <a:pt x="622812" y="360041"/>
                    <a:pt x="622812" y="362327"/>
                  </a:cubicBezTo>
                  <a:cubicBezTo>
                    <a:pt x="622812" y="364613"/>
                    <a:pt x="623193" y="366772"/>
                    <a:pt x="624082" y="368931"/>
                  </a:cubicBezTo>
                  <a:cubicBezTo>
                    <a:pt x="624971" y="371090"/>
                    <a:pt x="626241" y="372868"/>
                    <a:pt x="627892" y="374519"/>
                  </a:cubicBezTo>
                  <a:cubicBezTo>
                    <a:pt x="629543" y="376170"/>
                    <a:pt x="631448" y="377440"/>
                    <a:pt x="633480" y="378329"/>
                  </a:cubicBezTo>
                  <a:cubicBezTo>
                    <a:pt x="635512" y="379218"/>
                    <a:pt x="637798" y="379599"/>
                    <a:pt x="640084" y="379599"/>
                  </a:cubicBezTo>
                  <a:cubicBezTo>
                    <a:pt x="642370" y="379599"/>
                    <a:pt x="644529" y="379218"/>
                    <a:pt x="646688" y="378329"/>
                  </a:cubicBezTo>
                  <a:cubicBezTo>
                    <a:pt x="648847" y="377440"/>
                    <a:pt x="650625" y="376170"/>
                    <a:pt x="652276" y="374519"/>
                  </a:cubicBezTo>
                  <a:cubicBezTo>
                    <a:pt x="653927" y="372868"/>
                    <a:pt x="655197" y="370963"/>
                    <a:pt x="656086" y="368931"/>
                  </a:cubicBezTo>
                  <a:cubicBezTo>
                    <a:pt x="656340" y="368169"/>
                    <a:pt x="656594" y="367407"/>
                    <a:pt x="656848" y="366772"/>
                  </a:cubicBezTo>
                  <a:lnTo>
                    <a:pt x="656848" y="358009"/>
                  </a:lnTo>
                  <a:cubicBezTo>
                    <a:pt x="656594" y="357247"/>
                    <a:pt x="656340" y="356485"/>
                    <a:pt x="656086" y="355850"/>
                  </a:cubicBezTo>
                  <a:cubicBezTo>
                    <a:pt x="655197" y="353691"/>
                    <a:pt x="653927" y="351914"/>
                    <a:pt x="652276" y="350263"/>
                  </a:cubicBezTo>
                  <a:cubicBezTo>
                    <a:pt x="650625" y="348612"/>
                    <a:pt x="648720" y="347342"/>
                    <a:pt x="646688" y="346453"/>
                  </a:cubicBezTo>
                  <a:cubicBezTo>
                    <a:pt x="644656" y="345564"/>
                    <a:pt x="642370" y="345183"/>
                    <a:pt x="640084" y="345183"/>
                  </a:cubicBezTo>
                  <a:close/>
                </a:path>
              </a:pathLst>
            </a:custGeom>
            <a:solidFill>
              <a:srgbClr val="FFFFFF"/>
            </a:solidFill>
          </p:spPr>
        </p:sp>
      </p:grpSp>
      <p:grpSp>
        <p:nvGrpSpPr>
          <p:cNvPr name="Group 8" id="8"/>
          <p:cNvGrpSpPr/>
          <p:nvPr/>
        </p:nvGrpSpPr>
        <p:grpSpPr>
          <a:xfrm rot="0">
            <a:off x="13848426" y="-63046"/>
            <a:ext cx="4498972" cy="2086727"/>
            <a:chOff x="0" y="0"/>
            <a:chExt cx="4498975" cy="2086737"/>
          </a:xfrm>
        </p:grpSpPr>
        <p:sp>
          <p:nvSpPr>
            <p:cNvPr name="Freeform 9" id="9"/>
            <p:cNvSpPr/>
            <p:nvPr/>
          </p:nvSpPr>
          <p:spPr>
            <a:xfrm flipH="false" flipV="false" rot="0">
              <a:off x="63500" y="63500"/>
              <a:ext cx="4371975" cy="1957964"/>
            </a:xfrm>
            <a:custGeom>
              <a:avLst/>
              <a:gdLst/>
              <a:ahLst/>
              <a:cxnLst/>
              <a:rect r="r" b="b" t="t" l="l"/>
              <a:pathLst>
                <a:path h="1957964" w="4371975">
                  <a:moveTo>
                    <a:pt x="0" y="0"/>
                  </a:moveTo>
                  <a:lnTo>
                    <a:pt x="4371975" y="1957964"/>
                  </a:lnTo>
                  <a:lnTo>
                    <a:pt x="4371975" y="1956948"/>
                  </a:lnTo>
                  <a:lnTo>
                    <a:pt x="1620266" y="0"/>
                  </a:lnTo>
                  <a:close/>
                </a:path>
              </a:pathLst>
            </a:custGeom>
            <a:solidFill>
              <a:srgbClr val="D2EDFF"/>
            </a:solidFill>
          </p:spPr>
        </p:sp>
        <p:sp>
          <p:nvSpPr>
            <p:cNvPr name="Freeform 10" id="10"/>
            <p:cNvSpPr/>
            <p:nvPr/>
          </p:nvSpPr>
          <p:spPr>
            <a:xfrm flipH="false" flipV="false" rot="0">
              <a:off x="1683766" y="63500"/>
              <a:ext cx="2751709" cy="1452757"/>
            </a:xfrm>
            <a:custGeom>
              <a:avLst/>
              <a:gdLst/>
              <a:ahLst/>
              <a:cxnLst/>
              <a:rect r="r" b="b" t="t" l="l"/>
              <a:pathLst>
                <a:path h="1452757" w="2751709">
                  <a:moveTo>
                    <a:pt x="0" y="0"/>
                  </a:moveTo>
                  <a:lnTo>
                    <a:pt x="2751709" y="1452757"/>
                  </a:lnTo>
                  <a:lnTo>
                    <a:pt x="2751709" y="0"/>
                  </a:lnTo>
                  <a:close/>
                </a:path>
              </a:pathLst>
            </a:custGeom>
            <a:solidFill>
              <a:srgbClr val="312F84"/>
            </a:solidFill>
          </p:spPr>
        </p:sp>
        <p:sp>
          <p:nvSpPr>
            <p:cNvPr name="Freeform 11" id="11"/>
            <p:cNvSpPr/>
            <p:nvPr/>
          </p:nvSpPr>
          <p:spPr>
            <a:xfrm flipH="false" flipV="false" rot="0">
              <a:off x="1683766" y="63500"/>
              <a:ext cx="2751709" cy="1956948"/>
            </a:xfrm>
            <a:custGeom>
              <a:avLst/>
              <a:gdLst/>
              <a:ahLst/>
              <a:cxnLst/>
              <a:rect r="r" b="b" t="t" l="l"/>
              <a:pathLst>
                <a:path h="1956948" w="2751709">
                  <a:moveTo>
                    <a:pt x="0" y="0"/>
                  </a:moveTo>
                  <a:lnTo>
                    <a:pt x="2751709" y="1956948"/>
                  </a:lnTo>
                  <a:lnTo>
                    <a:pt x="2751709" y="1452757"/>
                  </a:lnTo>
                  <a:lnTo>
                    <a:pt x="0" y="0"/>
                  </a:lnTo>
                  <a:close/>
                </a:path>
              </a:pathLst>
            </a:custGeom>
            <a:solidFill>
              <a:srgbClr val="80B2E8"/>
            </a:solidFill>
          </p:spPr>
        </p:sp>
      </p:grpSp>
      <p:grpSp>
        <p:nvGrpSpPr>
          <p:cNvPr name="Group 12" id="12"/>
          <p:cNvGrpSpPr/>
          <p:nvPr/>
        </p:nvGrpSpPr>
        <p:grpSpPr>
          <a:xfrm rot="0">
            <a:off x="382238" y="8844239"/>
            <a:ext cx="1295400" cy="1200150"/>
            <a:chOff x="0" y="0"/>
            <a:chExt cx="1727200" cy="1600200"/>
          </a:xfrm>
        </p:grpSpPr>
        <p:sp>
          <p:nvSpPr>
            <p:cNvPr name="Freeform 13" id="13"/>
            <p:cNvSpPr/>
            <p:nvPr/>
          </p:nvSpPr>
          <p:spPr>
            <a:xfrm flipH="false" flipV="false" rot="0">
              <a:off x="0" y="0"/>
              <a:ext cx="1727200" cy="1600200"/>
            </a:xfrm>
            <a:custGeom>
              <a:avLst/>
              <a:gdLst/>
              <a:ahLst/>
              <a:cxnLst/>
              <a:rect r="r" b="b" t="t" l="l"/>
              <a:pathLst>
                <a:path h="1600200" w="1727200">
                  <a:moveTo>
                    <a:pt x="0" y="0"/>
                  </a:moveTo>
                  <a:lnTo>
                    <a:pt x="1727200" y="0"/>
                  </a:lnTo>
                  <a:lnTo>
                    <a:pt x="1727200" y="1600200"/>
                  </a:lnTo>
                  <a:lnTo>
                    <a:pt x="0" y="1600200"/>
                  </a:lnTo>
                  <a:lnTo>
                    <a:pt x="0" y="0"/>
                  </a:lnTo>
                  <a:close/>
                </a:path>
              </a:pathLst>
            </a:custGeom>
            <a:blipFill>
              <a:blip r:embed="rId2"/>
              <a:stretch>
                <a:fillRect l="0" t="0" r="0" b="0"/>
              </a:stretch>
            </a:blipFill>
          </p:spPr>
        </p:sp>
      </p:grpSp>
      <p:sp>
        <p:nvSpPr>
          <p:cNvPr name="Freeform 14" id="14"/>
          <p:cNvSpPr/>
          <p:nvPr/>
        </p:nvSpPr>
        <p:spPr>
          <a:xfrm flipH="false" flipV="false" rot="0">
            <a:off x="-66551" y="-63436"/>
            <a:ext cx="3542748" cy="3313824"/>
          </a:xfrm>
          <a:custGeom>
            <a:avLst/>
            <a:gdLst/>
            <a:ahLst/>
            <a:cxnLst/>
            <a:rect r="r" b="b" t="t" l="l"/>
            <a:pathLst>
              <a:path h="3313824" w="3542748">
                <a:moveTo>
                  <a:pt x="0" y="0"/>
                </a:moveTo>
                <a:lnTo>
                  <a:pt x="3542747" y="0"/>
                </a:lnTo>
                <a:lnTo>
                  <a:pt x="3542747" y="3313823"/>
                </a:lnTo>
                <a:lnTo>
                  <a:pt x="0" y="33138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0" y="0"/>
            <a:ext cx="3141545" cy="1232268"/>
            <a:chOff x="0" y="0"/>
            <a:chExt cx="4188727" cy="1643024"/>
          </a:xfrm>
        </p:grpSpPr>
        <p:sp>
          <p:nvSpPr>
            <p:cNvPr name="Freeform 16" id="16"/>
            <p:cNvSpPr/>
            <p:nvPr/>
          </p:nvSpPr>
          <p:spPr>
            <a:xfrm flipH="false" flipV="false" rot="0">
              <a:off x="0" y="0"/>
              <a:ext cx="4188714" cy="1642999"/>
            </a:xfrm>
            <a:custGeom>
              <a:avLst/>
              <a:gdLst/>
              <a:ahLst/>
              <a:cxnLst/>
              <a:rect r="r" b="b" t="t" l="l"/>
              <a:pathLst>
                <a:path h="1642999" w="4188714">
                  <a:moveTo>
                    <a:pt x="0" y="0"/>
                  </a:moveTo>
                  <a:lnTo>
                    <a:pt x="4188714" y="0"/>
                  </a:lnTo>
                  <a:lnTo>
                    <a:pt x="4188714" y="1642999"/>
                  </a:lnTo>
                  <a:lnTo>
                    <a:pt x="0" y="1642999"/>
                  </a:lnTo>
                  <a:lnTo>
                    <a:pt x="0" y="0"/>
                  </a:lnTo>
                  <a:close/>
                </a:path>
              </a:pathLst>
            </a:custGeom>
            <a:blipFill>
              <a:blip r:embed="rId5"/>
              <a:stretch>
                <a:fillRect l="-9150" t="-12080" r="0" b="-1"/>
              </a:stretch>
            </a:blipFill>
          </p:spPr>
        </p:sp>
      </p:grpSp>
      <p:grpSp>
        <p:nvGrpSpPr>
          <p:cNvPr name="Group 17" id="17"/>
          <p:cNvGrpSpPr/>
          <p:nvPr/>
        </p:nvGrpSpPr>
        <p:grpSpPr>
          <a:xfrm rot="0">
            <a:off x="0" y="8335708"/>
            <a:ext cx="4376071" cy="1951292"/>
            <a:chOff x="0" y="0"/>
            <a:chExt cx="4376064" cy="1951291"/>
          </a:xfrm>
        </p:grpSpPr>
        <p:sp>
          <p:nvSpPr>
            <p:cNvPr name="Freeform 18" id="18"/>
            <p:cNvSpPr/>
            <p:nvPr/>
          </p:nvSpPr>
          <p:spPr>
            <a:xfrm flipH="false" flipV="false" rot="0">
              <a:off x="0" y="0"/>
              <a:ext cx="4376035" cy="1951229"/>
            </a:xfrm>
            <a:custGeom>
              <a:avLst/>
              <a:gdLst/>
              <a:ahLst/>
              <a:cxnLst/>
              <a:rect r="r" b="b" t="t" l="l"/>
              <a:pathLst>
                <a:path h="1951229" w="4376035">
                  <a:moveTo>
                    <a:pt x="0" y="0"/>
                  </a:moveTo>
                  <a:lnTo>
                    <a:pt x="0" y="1951229"/>
                  </a:lnTo>
                  <a:lnTo>
                    <a:pt x="4376035" y="1951229"/>
                  </a:lnTo>
                  <a:lnTo>
                    <a:pt x="4376035" y="0"/>
                  </a:lnTo>
                  <a:close/>
                </a:path>
              </a:pathLst>
            </a:custGeom>
            <a:solidFill>
              <a:srgbClr val="000000">
                <a:alpha val="0"/>
              </a:srgbClr>
            </a:solidFill>
          </p:spPr>
        </p:sp>
      </p:grpSp>
      <p:grpSp>
        <p:nvGrpSpPr>
          <p:cNvPr name="Group 19" id="19"/>
          <p:cNvGrpSpPr/>
          <p:nvPr/>
        </p:nvGrpSpPr>
        <p:grpSpPr>
          <a:xfrm rot="0">
            <a:off x="-63503" y="-63503"/>
            <a:ext cx="3540176" cy="3313909"/>
            <a:chOff x="0" y="0"/>
            <a:chExt cx="3540176" cy="3313913"/>
          </a:xfrm>
        </p:grpSpPr>
        <p:sp>
          <p:nvSpPr>
            <p:cNvPr name="Freeform 20" id="20"/>
            <p:cNvSpPr/>
            <p:nvPr/>
          </p:nvSpPr>
          <p:spPr>
            <a:xfrm flipH="false" flipV="false" rot="0">
              <a:off x="63500" y="63500"/>
              <a:ext cx="3413125" cy="3186938"/>
            </a:xfrm>
            <a:custGeom>
              <a:avLst/>
              <a:gdLst/>
              <a:ahLst/>
              <a:cxnLst/>
              <a:rect r="r" b="b" t="t" l="l"/>
              <a:pathLst>
                <a:path h="3186938" w="3413125">
                  <a:moveTo>
                    <a:pt x="0" y="0"/>
                  </a:moveTo>
                  <a:lnTo>
                    <a:pt x="0" y="3186938"/>
                  </a:lnTo>
                  <a:lnTo>
                    <a:pt x="3413125" y="3186938"/>
                  </a:lnTo>
                  <a:lnTo>
                    <a:pt x="3413125" y="0"/>
                  </a:lnTo>
                  <a:close/>
                </a:path>
              </a:pathLst>
            </a:custGeom>
            <a:solidFill>
              <a:srgbClr val="000000">
                <a:alpha val="0"/>
              </a:srgbClr>
            </a:solidFill>
          </p:spPr>
        </p:sp>
        <p:sp>
          <p:nvSpPr>
            <p:cNvPr name="Freeform 21" id="21"/>
            <p:cNvSpPr/>
            <p:nvPr/>
          </p:nvSpPr>
          <p:spPr>
            <a:xfrm flipH="false" flipV="false" rot="0">
              <a:off x="1593088" y="1092200"/>
              <a:ext cx="658368" cy="380619"/>
            </a:xfrm>
            <a:custGeom>
              <a:avLst/>
              <a:gdLst/>
              <a:ahLst/>
              <a:cxnLst/>
              <a:rect r="r" b="b" t="t" l="l"/>
              <a:pathLst>
                <a:path h="380619" w="658368">
                  <a:moveTo>
                    <a:pt x="0" y="380619"/>
                  </a:moveTo>
                  <a:lnTo>
                    <a:pt x="658368" y="380619"/>
                  </a:lnTo>
                  <a:lnTo>
                    <a:pt x="658368" y="0"/>
                  </a:lnTo>
                  <a:lnTo>
                    <a:pt x="0" y="0"/>
                  </a:lnTo>
                  <a:close/>
                </a:path>
              </a:pathLst>
            </a:custGeom>
            <a:solidFill>
              <a:srgbClr val="000000">
                <a:alpha val="0"/>
              </a:srgbClr>
            </a:solidFill>
          </p:spPr>
        </p:sp>
      </p:grpSp>
      <p:grpSp>
        <p:nvGrpSpPr>
          <p:cNvPr name="Group 22" id="22"/>
          <p:cNvGrpSpPr/>
          <p:nvPr/>
        </p:nvGrpSpPr>
        <p:grpSpPr>
          <a:xfrm rot="0">
            <a:off x="13911929" y="0"/>
            <a:ext cx="4376071" cy="1960817"/>
            <a:chOff x="0" y="0"/>
            <a:chExt cx="4376064" cy="1960816"/>
          </a:xfrm>
        </p:grpSpPr>
        <p:sp>
          <p:nvSpPr>
            <p:cNvPr name="Freeform 23" id="23"/>
            <p:cNvSpPr/>
            <p:nvPr/>
          </p:nvSpPr>
          <p:spPr>
            <a:xfrm flipH="false" flipV="false" rot="0">
              <a:off x="0" y="0"/>
              <a:ext cx="4376036" cy="1960754"/>
            </a:xfrm>
            <a:custGeom>
              <a:avLst/>
              <a:gdLst/>
              <a:ahLst/>
              <a:cxnLst/>
              <a:rect r="r" b="b" t="t" l="l"/>
              <a:pathLst>
                <a:path h="1960754" w="4376036">
                  <a:moveTo>
                    <a:pt x="0" y="1960754"/>
                  </a:moveTo>
                  <a:lnTo>
                    <a:pt x="4376036" y="1960754"/>
                  </a:lnTo>
                  <a:lnTo>
                    <a:pt x="4376036" y="0"/>
                  </a:lnTo>
                  <a:lnTo>
                    <a:pt x="0" y="0"/>
                  </a:lnTo>
                  <a:close/>
                </a:path>
              </a:pathLst>
            </a:custGeom>
            <a:solidFill>
              <a:srgbClr val="000000">
                <a:alpha val="0"/>
              </a:srgbClr>
            </a:solidFill>
          </p:spPr>
        </p:sp>
      </p:grpSp>
      <p:sp>
        <p:nvSpPr>
          <p:cNvPr name="Freeform 24" id="24"/>
          <p:cNvSpPr/>
          <p:nvPr/>
        </p:nvSpPr>
        <p:spPr>
          <a:xfrm flipH="false" flipV="false" rot="0">
            <a:off x="815472" y="2366618"/>
            <a:ext cx="5524964" cy="5711202"/>
          </a:xfrm>
          <a:custGeom>
            <a:avLst/>
            <a:gdLst/>
            <a:ahLst/>
            <a:cxnLst/>
            <a:rect r="r" b="b" t="t" l="l"/>
            <a:pathLst>
              <a:path h="5711202" w="5524964">
                <a:moveTo>
                  <a:pt x="0" y="0"/>
                </a:moveTo>
                <a:lnTo>
                  <a:pt x="5524964" y="0"/>
                </a:lnTo>
                <a:lnTo>
                  <a:pt x="5524964" y="5711203"/>
                </a:lnTo>
                <a:lnTo>
                  <a:pt x="0" y="5711203"/>
                </a:lnTo>
                <a:lnTo>
                  <a:pt x="0" y="0"/>
                </a:lnTo>
                <a:close/>
              </a:path>
            </a:pathLst>
          </a:custGeom>
          <a:blipFill>
            <a:blip r:embed="rId6"/>
            <a:stretch>
              <a:fillRect l="0" t="0" r="-18138" b="0"/>
            </a:stretch>
          </a:blipFill>
        </p:spPr>
      </p:sp>
      <p:sp>
        <p:nvSpPr>
          <p:cNvPr name="Freeform 25" id="25"/>
          <p:cNvSpPr/>
          <p:nvPr/>
        </p:nvSpPr>
        <p:spPr>
          <a:xfrm flipH="false" flipV="false" rot="0">
            <a:off x="6689818" y="2366618"/>
            <a:ext cx="5365663" cy="5711202"/>
          </a:xfrm>
          <a:custGeom>
            <a:avLst/>
            <a:gdLst/>
            <a:ahLst/>
            <a:cxnLst/>
            <a:rect r="r" b="b" t="t" l="l"/>
            <a:pathLst>
              <a:path h="5711202" w="5365663">
                <a:moveTo>
                  <a:pt x="0" y="0"/>
                </a:moveTo>
                <a:lnTo>
                  <a:pt x="5365663" y="0"/>
                </a:lnTo>
                <a:lnTo>
                  <a:pt x="5365663" y="5711203"/>
                </a:lnTo>
                <a:lnTo>
                  <a:pt x="0" y="5711203"/>
                </a:lnTo>
                <a:lnTo>
                  <a:pt x="0" y="0"/>
                </a:lnTo>
                <a:close/>
              </a:path>
            </a:pathLst>
          </a:custGeom>
          <a:blipFill>
            <a:blip r:embed="rId7"/>
            <a:stretch>
              <a:fillRect l="0" t="0" r="0" b="-3668"/>
            </a:stretch>
          </a:blipFill>
        </p:spPr>
      </p:sp>
      <p:sp>
        <p:nvSpPr>
          <p:cNvPr name="Freeform 26" id="26"/>
          <p:cNvSpPr/>
          <p:nvPr/>
        </p:nvSpPr>
        <p:spPr>
          <a:xfrm flipH="false" flipV="false" rot="0">
            <a:off x="12407906" y="2366618"/>
            <a:ext cx="5495353" cy="5701083"/>
          </a:xfrm>
          <a:custGeom>
            <a:avLst/>
            <a:gdLst/>
            <a:ahLst/>
            <a:cxnLst/>
            <a:rect r="r" b="b" t="t" l="l"/>
            <a:pathLst>
              <a:path h="5701083" w="5495353">
                <a:moveTo>
                  <a:pt x="0" y="0"/>
                </a:moveTo>
                <a:lnTo>
                  <a:pt x="5495354" y="0"/>
                </a:lnTo>
                <a:lnTo>
                  <a:pt x="5495354" y="5701083"/>
                </a:lnTo>
                <a:lnTo>
                  <a:pt x="0" y="5701083"/>
                </a:lnTo>
                <a:lnTo>
                  <a:pt x="0" y="0"/>
                </a:lnTo>
                <a:close/>
              </a:path>
            </a:pathLst>
          </a:custGeom>
          <a:blipFill>
            <a:blip r:embed="rId8"/>
            <a:stretch>
              <a:fillRect l="-105651" t="-2584" r="0" b="0"/>
            </a:stretch>
          </a:blipFill>
        </p:spPr>
      </p:sp>
      <p:sp>
        <p:nvSpPr>
          <p:cNvPr name="TextBox 27" id="27"/>
          <p:cNvSpPr txBox="true"/>
          <p:nvPr/>
        </p:nvSpPr>
        <p:spPr>
          <a:xfrm rot="0">
            <a:off x="4886749" y="257175"/>
            <a:ext cx="8514502" cy="1343025"/>
          </a:xfrm>
          <a:prstGeom prst="rect">
            <a:avLst/>
          </a:prstGeom>
        </p:spPr>
        <p:txBody>
          <a:bodyPr anchor="t" rtlCol="false" tIns="0" lIns="0" bIns="0" rIns="0">
            <a:spAutoFit/>
          </a:bodyPr>
          <a:lstStyle/>
          <a:p>
            <a:pPr algn="l">
              <a:lnSpc>
                <a:spcPts val="10080"/>
              </a:lnSpc>
            </a:pPr>
            <a:r>
              <a:rPr lang="en-US" b="true" sz="7200">
                <a:solidFill>
                  <a:srgbClr val="80B2E8"/>
                </a:solidFill>
                <a:latin typeface="Poppins Bold"/>
                <a:ea typeface="Poppins Bold"/>
                <a:cs typeface="Poppins Bold"/>
                <a:sym typeface="Poppins Bold"/>
              </a:rPr>
              <a:t>Impact &amp; Benefits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1D2C"/>
        </a:solidFill>
      </p:bgPr>
    </p:bg>
    <p:spTree>
      <p:nvGrpSpPr>
        <p:cNvPr id="1" name=""/>
        <p:cNvGrpSpPr/>
        <p:nvPr/>
      </p:nvGrpSpPr>
      <p:grpSpPr>
        <a:xfrm>
          <a:off x="0" y="0"/>
          <a:ext cx="0" cy="0"/>
          <a:chOff x="0" y="0"/>
          <a:chExt cx="0" cy="0"/>
        </a:xfrm>
      </p:grpSpPr>
      <p:sp>
        <p:nvSpPr>
          <p:cNvPr name="Freeform 2" id="2"/>
          <p:cNvSpPr/>
          <p:nvPr/>
        </p:nvSpPr>
        <p:spPr>
          <a:xfrm flipH="false" flipV="false" rot="0">
            <a:off x="-63227" y="7619524"/>
            <a:ext cx="4241121" cy="2730970"/>
          </a:xfrm>
          <a:custGeom>
            <a:avLst/>
            <a:gdLst/>
            <a:ahLst/>
            <a:cxnLst/>
            <a:rect r="r" b="b" t="t" l="l"/>
            <a:pathLst>
              <a:path h="2730970" w="4241121">
                <a:moveTo>
                  <a:pt x="0" y="0"/>
                </a:moveTo>
                <a:lnTo>
                  <a:pt x="4241121" y="0"/>
                </a:lnTo>
                <a:lnTo>
                  <a:pt x="4241121" y="2730970"/>
                </a:lnTo>
                <a:lnTo>
                  <a:pt x="0" y="2730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5688" y="-63436"/>
            <a:ext cx="4008853" cy="2771080"/>
          </a:xfrm>
          <a:custGeom>
            <a:avLst/>
            <a:gdLst/>
            <a:ahLst/>
            <a:cxnLst/>
            <a:rect r="r" b="b" t="t" l="l"/>
            <a:pathLst>
              <a:path h="2771080" w="4008853">
                <a:moveTo>
                  <a:pt x="0" y="0"/>
                </a:moveTo>
                <a:lnTo>
                  <a:pt x="4008854" y="0"/>
                </a:lnTo>
                <a:lnTo>
                  <a:pt x="4008854" y="2771079"/>
                </a:lnTo>
                <a:lnTo>
                  <a:pt x="0" y="2771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6466315" y="9098680"/>
            <a:ext cx="790575" cy="159106"/>
            <a:chOff x="0" y="0"/>
            <a:chExt cx="790575" cy="159106"/>
          </a:xfrm>
        </p:grpSpPr>
        <p:sp>
          <p:nvSpPr>
            <p:cNvPr name="Freeform 5" id="5"/>
            <p:cNvSpPr/>
            <p:nvPr/>
          </p:nvSpPr>
          <p:spPr>
            <a:xfrm flipH="false" flipV="false" rot="0">
              <a:off x="0" y="0"/>
              <a:ext cx="790575" cy="159008"/>
            </a:xfrm>
            <a:custGeom>
              <a:avLst/>
              <a:gdLst/>
              <a:ahLst/>
              <a:cxnLst/>
              <a:rect r="r" b="b" t="t" l="l"/>
              <a:pathLst>
                <a:path h="159008" w="790575">
                  <a:moveTo>
                    <a:pt x="79502" y="0"/>
                  </a:moveTo>
                  <a:cubicBezTo>
                    <a:pt x="35560" y="0"/>
                    <a:pt x="0" y="35561"/>
                    <a:pt x="0" y="79504"/>
                  </a:cubicBezTo>
                  <a:cubicBezTo>
                    <a:pt x="0" y="123447"/>
                    <a:pt x="35560" y="159008"/>
                    <a:pt x="79502" y="159008"/>
                  </a:cubicBezTo>
                  <a:cubicBezTo>
                    <a:pt x="123444" y="159008"/>
                    <a:pt x="159004" y="123447"/>
                    <a:pt x="159004" y="79504"/>
                  </a:cubicBezTo>
                  <a:cubicBezTo>
                    <a:pt x="159004" y="35561"/>
                    <a:pt x="123444" y="0"/>
                    <a:pt x="79502" y="0"/>
                  </a:cubicBezTo>
                  <a:close/>
                  <a:moveTo>
                    <a:pt x="396621" y="0"/>
                  </a:moveTo>
                  <a:cubicBezTo>
                    <a:pt x="352679" y="0"/>
                    <a:pt x="317119" y="35561"/>
                    <a:pt x="317119" y="79504"/>
                  </a:cubicBezTo>
                  <a:cubicBezTo>
                    <a:pt x="317119" y="123447"/>
                    <a:pt x="352679" y="159008"/>
                    <a:pt x="396621" y="159008"/>
                  </a:cubicBezTo>
                  <a:cubicBezTo>
                    <a:pt x="440563" y="159008"/>
                    <a:pt x="476123" y="123447"/>
                    <a:pt x="476123" y="79504"/>
                  </a:cubicBezTo>
                  <a:cubicBezTo>
                    <a:pt x="476123" y="35561"/>
                    <a:pt x="440563" y="0"/>
                    <a:pt x="396621" y="0"/>
                  </a:cubicBezTo>
                  <a:close/>
                  <a:moveTo>
                    <a:pt x="713359" y="0"/>
                  </a:moveTo>
                  <a:cubicBezTo>
                    <a:pt x="669417" y="0"/>
                    <a:pt x="633857" y="35561"/>
                    <a:pt x="633857" y="79504"/>
                  </a:cubicBezTo>
                  <a:cubicBezTo>
                    <a:pt x="633857" y="123447"/>
                    <a:pt x="669417" y="159008"/>
                    <a:pt x="713359" y="159008"/>
                  </a:cubicBezTo>
                  <a:cubicBezTo>
                    <a:pt x="750570" y="159008"/>
                    <a:pt x="781812" y="133480"/>
                    <a:pt x="790575" y="98809"/>
                  </a:cubicBezTo>
                  <a:lnTo>
                    <a:pt x="790575" y="60200"/>
                  </a:lnTo>
                  <a:cubicBezTo>
                    <a:pt x="781939" y="25528"/>
                    <a:pt x="750697" y="0"/>
                    <a:pt x="713359" y="0"/>
                  </a:cubicBezTo>
                  <a:close/>
                </a:path>
              </a:pathLst>
            </a:custGeom>
            <a:solidFill>
              <a:srgbClr val="FFFFFF"/>
            </a:solidFill>
          </p:spPr>
        </p:sp>
      </p:grpSp>
      <p:grpSp>
        <p:nvGrpSpPr>
          <p:cNvPr name="Group 6" id="6"/>
          <p:cNvGrpSpPr/>
          <p:nvPr/>
        </p:nvGrpSpPr>
        <p:grpSpPr>
          <a:xfrm rot="0">
            <a:off x="382238" y="8844239"/>
            <a:ext cx="1295400" cy="1200150"/>
            <a:chOff x="0" y="0"/>
            <a:chExt cx="1727200" cy="1600200"/>
          </a:xfrm>
        </p:grpSpPr>
        <p:sp>
          <p:nvSpPr>
            <p:cNvPr name="Freeform 7" id="7"/>
            <p:cNvSpPr/>
            <p:nvPr/>
          </p:nvSpPr>
          <p:spPr>
            <a:xfrm flipH="false" flipV="false" rot="0">
              <a:off x="0" y="0"/>
              <a:ext cx="1727200" cy="1600200"/>
            </a:xfrm>
            <a:custGeom>
              <a:avLst/>
              <a:gdLst/>
              <a:ahLst/>
              <a:cxnLst/>
              <a:rect r="r" b="b" t="t" l="l"/>
              <a:pathLst>
                <a:path h="1600200" w="1727200">
                  <a:moveTo>
                    <a:pt x="0" y="0"/>
                  </a:moveTo>
                  <a:lnTo>
                    <a:pt x="1727200" y="0"/>
                  </a:lnTo>
                  <a:lnTo>
                    <a:pt x="1727200" y="1600200"/>
                  </a:lnTo>
                  <a:lnTo>
                    <a:pt x="0" y="1600200"/>
                  </a:lnTo>
                  <a:lnTo>
                    <a:pt x="0" y="0"/>
                  </a:lnTo>
                  <a:close/>
                </a:path>
              </a:pathLst>
            </a:custGeom>
            <a:blipFill>
              <a:blip r:embed="rId6"/>
              <a:stretch>
                <a:fillRect l="0" t="0" r="0" b="0"/>
              </a:stretch>
            </a:blipFill>
          </p:spPr>
        </p:sp>
      </p:grpSp>
      <p:sp>
        <p:nvSpPr>
          <p:cNvPr name="Freeform 8" id="8"/>
          <p:cNvSpPr/>
          <p:nvPr/>
        </p:nvSpPr>
        <p:spPr>
          <a:xfrm flipH="false" flipV="false" rot="0">
            <a:off x="-66551" y="-63436"/>
            <a:ext cx="3615500" cy="3313824"/>
          </a:xfrm>
          <a:custGeom>
            <a:avLst/>
            <a:gdLst/>
            <a:ahLst/>
            <a:cxnLst/>
            <a:rect r="r" b="b" t="t" l="l"/>
            <a:pathLst>
              <a:path h="3313824" w="3615500">
                <a:moveTo>
                  <a:pt x="0" y="0"/>
                </a:moveTo>
                <a:lnTo>
                  <a:pt x="3615499" y="0"/>
                </a:lnTo>
                <a:lnTo>
                  <a:pt x="3615499" y="3313823"/>
                </a:lnTo>
                <a:lnTo>
                  <a:pt x="0" y="33138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0" y="0"/>
            <a:ext cx="3141545" cy="1232268"/>
            <a:chOff x="0" y="0"/>
            <a:chExt cx="4188727" cy="1643024"/>
          </a:xfrm>
        </p:grpSpPr>
        <p:sp>
          <p:nvSpPr>
            <p:cNvPr name="Freeform 10" id="10"/>
            <p:cNvSpPr/>
            <p:nvPr/>
          </p:nvSpPr>
          <p:spPr>
            <a:xfrm flipH="false" flipV="false" rot="0">
              <a:off x="0" y="0"/>
              <a:ext cx="4188714" cy="1642999"/>
            </a:xfrm>
            <a:custGeom>
              <a:avLst/>
              <a:gdLst/>
              <a:ahLst/>
              <a:cxnLst/>
              <a:rect r="r" b="b" t="t" l="l"/>
              <a:pathLst>
                <a:path h="1642999" w="4188714">
                  <a:moveTo>
                    <a:pt x="0" y="0"/>
                  </a:moveTo>
                  <a:lnTo>
                    <a:pt x="4188714" y="0"/>
                  </a:lnTo>
                  <a:lnTo>
                    <a:pt x="4188714" y="1642999"/>
                  </a:lnTo>
                  <a:lnTo>
                    <a:pt x="0" y="1642999"/>
                  </a:lnTo>
                  <a:lnTo>
                    <a:pt x="0" y="0"/>
                  </a:lnTo>
                  <a:close/>
                </a:path>
              </a:pathLst>
            </a:custGeom>
            <a:blipFill>
              <a:blip r:embed="rId9"/>
              <a:stretch>
                <a:fillRect l="-9150" t="-12080" r="0" b="-1"/>
              </a:stretch>
            </a:blipFill>
          </p:spPr>
        </p:sp>
      </p:grpSp>
      <p:grpSp>
        <p:nvGrpSpPr>
          <p:cNvPr name="Group 11" id="11"/>
          <p:cNvGrpSpPr/>
          <p:nvPr/>
        </p:nvGrpSpPr>
        <p:grpSpPr>
          <a:xfrm rot="0">
            <a:off x="0" y="0"/>
            <a:ext cx="3485921" cy="3186913"/>
            <a:chOff x="0" y="0"/>
            <a:chExt cx="3485921" cy="3186913"/>
          </a:xfrm>
        </p:grpSpPr>
        <p:sp>
          <p:nvSpPr>
            <p:cNvPr name="Freeform 12" id="12"/>
            <p:cNvSpPr/>
            <p:nvPr/>
          </p:nvSpPr>
          <p:spPr>
            <a:xfrm flipH="false" flipV="false" rot="0">
              <a:off x="0" y="0"/>
              <a:ext cx="3485895" cy="3186938"/>
            </a:xfrm>
            <a:custGeom>
              <a:avLst/>
              <a:gdLst/>
              <a:ahLst/>
              <a:cxnLst/>
              <a:rect r="r" b="b" t="t" l="l"/>
              <a:pathLst>
                <a:path h="3186938" w="3485895">
                  <a:moveTo>
                    <a:pt x="0" y="0"/>
                  </a:moveTo>
                  <a:lnTo>
                    <a:pt x="0" y="3186938"/>
                  </a:lnTo>
                  <a:lnTo>
                    <a:pt x="3485895" y="3186938"/>
                  </a:lnTo>
                  <a:lnTo>
                    <a:pt x="3485895" y="0"/>
                  </a:lnTo>
                  <a:close/>
                </a:path>
              </a:pathLst>
            </a:custGeom>
            <a:solidFill>
              <a:srgbClr val="000000">
                <a:alpha val="0"/>
              </a:srgbClr>
            </a:solidFill>
          </p:spPr>
        </p:sp>
      </p:grpSp>
      <p:grpSp>
        <p:nvGrpSpPr>
          <p:cNvPr name="Group 13" id="13"/>
          <p:cNvGrpSpPr/>
          <p:nvPr/>
        </p:nvGrpSpPr>
        <p:grpSpPr>
          <a:xfrm rot="0">
            <a:off x="0" y="7682960"/>
            <a:ext cx="4114800" cy="2604040"/>
            <a:chOff x="0" y="0"/>
            <a:chExt cx="4114800" cy="2604033"/>
          </a:xfrm>
        </p:grpSpPr>
        <p:sp>
          <p:nvSpPr>
            <p:cNvPr name="Freeform 14" id="14"/>
            <p:cNvSpPr/>
            <p:nvPr/>
          </p:nvSpPr>
          <p:spPr>
            <a:xfrm flipH="false" flipV="false" rot="0">
              <a:off x="0" y="0"/>
              <a:ext cx="4114800" cy="2604002"/>
            </a:xfrm>
            <a:custGeom>
              <a:avLst/>
              <a:gdLst/>
              <a:ahLst/>
              <a:cxnLst/>
              <a:rect r="r" b="b" t="t" l="l"/>
              <a:pathLst>
                <a:path h="2604002" w="4114800">
                  <a:moveTo>
                    <a:pt x="0" y="0"/>
                  </a:moveTo>
                  <a:lnTo>
                    <a:pt x="0" y="2604002"/>
                  </a:lnTo>
                  <a:lnTo>
                    <a:pt x="4114800" y="2604002"/>
                  </a:lnTo>
                  <a:lnTo>
                    <a:pt x="4114800" y="0"/>
                  </a:lnTo>
                  <a:close/>
                </a:path>
              </a:pathLst>
            </a:custGeom>
            <a:solidFill>
              <a:srgbClr val="000000">
                <a:alpha val="0"/>
              </a:srgbClr>
            </a:solidFill>
          </p:spPr>
        </p:sp>
      </p:grpSp>
      <p:grpSp>
        <p:nvGrpSpPr>
          <p:cNvPr name="Group 15" id="15"/>
          <p:cNvGrpSpPr/>
          <p:nvPr/>
        </p:nvGrpSpPr>
        <p:grpSpPr>
          <a:xfrm rot="0">
            <a:off x="14408915" y="0"/>
            <a:ext cx="3879085" cy="2644216"/>
            <a:chOff x="0" y="0"/>
            <a:chExt cx="3879088" cy="2644216"/>
          </a:xfrm>
        </p:grpSpPr>
        <p:sp>
          <p:nvSpPr>
            <p:cNvPr name="Freeform 16" id="16"/>
            <p:cNvSpPr/>
            <p:nvPr/>
          </p:nvSpPr>
          <p:spPr>
            <a:xfrm flipH="false" flipV="false" rot="0">
              <a:off x="0" y="0"/>
              <a:ext cx="3879092" cy="2644271"/>
            </a:xfrm>
            <a:custGeom>
              <a:avLst/>
              <a:gdLst/>
              <a:ahLst/>
              <a:cxnLst/>
              <a:rect r="r" b="b" t="t" l="l"/>
              <a:pathLst>
                <a:path h="2644271" w="3879092">
                  <a:moveTo>
                    <a:pt x="0" y="0"/>
                  </a:moveTo>
                  <a:lnTo>
                    <a:pt x="0" y="2644271"/>
                  </a:lnTo>
                  <a:lnTo>
                    <a:pt x="3879092" y="2644271"/>
                  </a:lnTo>
                  <a:lnTo>
                    <a:pt x="3879092" y="0"/>
                  </a:lnTo>
                  <a:close/>
                </a:path>
              </a:pathLst>
            </a:custGeom>
            <a:solidFill>
              <a:srgbClr val="000000">
                <a:alpha val="0"/>
              </a:srgbClr>
            </a:solidFill>
          </p:spPr>
        </p:sp>
      </p:grpSp>
      <p:grpSp>
        <p:nvGrpSpPr>
          <p:cNvPr name="Group 17" id="17"/>
          <p:cNvGrpSpPr/>
          <p:nvPr/>
        </p:nvGrpSpPr>
        <p:grpSpPr>
          <a:xfrm rot="0">
            <a:off x="16466315" y="9098261"/>
            <a:ext cx="792985" cy="160039"/>
            <a:chOff x="0" y="0"/>
            <a:chExt cx="792988" cy="160033"/>
          </a:xfrm>
        </p:grpSpPr>
        <p:sp>
          <p:nvSpPr>
            <p:cNvPr name="Freeform 18" id="18"/>
            <p:cNvSpPr/>
            <p:nvPr/>
          </p:nvSpPr>
          <p:spPr>
            <a:xfrm flipH="false" flipV="false" rot="0">
              <a:off x="0" y="0"/>
              <a:ext cx="792992" cy="160014"/>
            </a:xfrm>
            <a:custGeom>
              <a:avLst/>
              <a:gdLst/>
              <a:ahLst/>
              <a:cxnLst/>
              <a:rect r="r" b="b" t="t" l="l"/>
              <a:pathLst>
                <a:path h="160014" w="792992">
                  <a:moveTo>
                    <a:pt x="0" y="160014"/>
                  </a:moveTo>
                  <a:lnTo>
                    <a:pt x="792992" y="160014"/>
                  </a:lnTo>
                  <a:lnTo>
                    <a:pt x="792992" y="0"/>
                  </a:lnTo>
                  <a:lnTo>
                    <a:pt x="0" y="0"/>
                  </a:lnTo>
                  <a:close/>
                </a:path>
              </a:pathLst>
            </a:custGeom>
            <a:solidFill>
              <a:srgbClr val="000000">
                <a:alpha val="0"/>
              </a:srgbClr>
            </a:solidFill>
          </p:spPr>
        </p:sp>
      </p:grpSp>
      <p:sp>
        <p:nvSpPr>
          <p:cNvPr name="TextBox 19" id="19"/>
          <p:cNvSpPr txBox="true"/>
          <p:nvPr/>
        </p:nvSpPr>
        <p:spPr>
          <a:xfrm rot="0">
            <a:off x="3485921" y="1032281"/>
            <a:ext cx="13905443" cy="1343025"/>
          </a:xfrm>
          <a:prstGeom prst="rect">
            <a:avLst/>
          </a:prstGeom>
        </p:spPr>
        <p:txBody>
          <a:bodyPr anchor="t" rtlCol="false" tIns="0" lIns="0" bIns="0" rIns="0">
            <a:spAutoFit/>
          </a:bodyPr>
          <a:lstStyle/>
          <a:p>
            <a:pPr algn="l">
              <a:lnSpc>
                <a:spcPts val="10080"/>
              </a:lnSpc>
            </a:pPr>
            <a:r>
              <a:rPr lang="en-US" b="true" sz="7200">
                <a:solidFill>
                  <a:srgbClr val="80B2E8"/>
                </a:solidFill>
                <a:latin typeface="Poppins Bold"/>
                <a:ea typeface="Poppins Bold"/>
                <a:cs typeface="Poppins Bold"/>
                <a:sym typeface="Poppins Bold"/>
              </a:rPr>
              <a:t>Feasibility &amp; Implementation</a:t>
            </a:r>
          </a:p>
        </p:txBody>
      </p:sp>
      <p:sp>
        <p:nvSpPr>
          <p:cNvPr name="TextBox 20" id="20"/>
          <p:cNvSpPr txBox="true"/>
          <p:nvPr/>
        </p:nvSpPr>
        <p:spPr>
          <a:xfrm rot="0">
            <a:off x="612664" y="2951005"/>
            <a:ext cx="17062672" cy="5241335"/>
          </a:xfrm>
          <a:prstGeom prst="rect">
            <a:avLst/>
          </a:prstGeom>
        </p:spPr>
        <p:txBody>
          <a:bodyPr anchor="t" rtlCol="false" tIns="0" lIns="0" bIns="0" rIns="0">
            <a:spAutoFit/>
          </a:bodyPr>
          <a:lstStyle/>
          <a:p>
            <a:pPr algn="just">
              <a:lnSpc>
                <a:spcPts val="3765"/>
              </a:lnSpc>
              <a:spcBef>
                <a:spcPct val="0"/>
              </a:spcBef>
            </a:pPr>
            <a:r>
              <a:rPr lang="en-US" sz="2689">
                <a:solidFill>
                  <a:srgbClr val="80B2E8"/>
                </a:solidFill>
                <a:latin typeface="Poppins"/>
                <a:ea typeface="Poppins"/>
                <a:cs typeface="Poppins"/>
                <a:sym typeface="Poppins"/>
              </a:rPr>
              <a:t>The feasibility of this project is underpinned by its utilization of established, open-source technologies—specifically the </a:t>
            </a:r>
            <a:r>
              <a:rPr lang="en-US" b="true" sz="2689">
                <a:solidFill>
                  <a:srgbClr val="80B2E8"/>
                </a:solidFill>
                <a:latin typeface="Poppins Bold"/>
                <a:ea typeface="Poppins Bold"/>
                <a:cs typeface="Poppins Bold"/>
                <a:sym typeface="Poppins Bold"/>
              </a:rPr>
              <a:t>Unity Engine</a:t>
            </a:r>
            <a:r>
              <a:rPr lang="en-US" sz="2689">
                <a:solidFill>
                  <a:srgbClr val="80B2E8"/>
                </a:solidFill>
                <a:latin typeface="Poppins"/>
                <a:ea typeface="Poppins"/>
                <a:cs typeface="Poppins"/>
                <a:sym typeface="Poppins"/>
              </a:rPr>
              <a:t> and </a:t>
            </a:r>
            <a:r>
              <a:rPr lang="en-US" b="true" sz="2689">
                <a:solidFill>
                  <a:srgbClr val="80B2E8"/>
                </a:solidFill>
                <a:latin typeface="Poppins Bold"/>
                <a:ea typeface="Poppins Bold"/>
                <a:cs typeface="Poppins Bold"/>
                <a:sym typeface="Poppins Bold"/>
              </a:rPr>
              <a:t>Python-based ML-Agents toolkit</a:t>
            </a:r>
            <a:r>
              <a:rPr lang="en-US" sz="2689">
                <a:solidFill>
                  <a:srgbClr val="80B2E8"/>
                </a:solidFill>
                <a:latin typeface="Poppins"/>
                <a:ea typeface="Poppins"/>
                <a:cs typeface="Poppins"/>
                <a:sym typeface="Poppins"/>
              </a:rPr>
              <a:t>—which allows for the development of complex AI behaviors on standard consumer-grade hardware without the need for expensive supercomputing clusters. By leveraging a </a:t>
            </a:r>
            <a:r>
              <a:rPr lang="en-US" b="true" sz="2689">
                <a:solidFill>
                  <a:srgbClr val="80B2E8"/>
                </a:solidFill>
                <a:latin typeface="Poppins Bold"/>
                <a:ea typeface="Poppins Bold"/>
                <a:cs typeface="Poppins Bold"/>
                <a:sym typeface="Poppins Bold"/>
              </a:rPr>
              <a:t>simulation-first approach</a:t>
            </a:r>
            <a:r>
              <a:rPr lang="en-US" sz="2689">
                <a:solidFill>
                  <a:srgbClr val="80B2E8"/>
                </a:solidFill>
                <a:latin typeface="Poppins"/>
                <a:ea typeface="Poppins"/>
                <a:cs typeface="Poppins"/>
                <a:sym typeface="Poppins"/>
              </a:rPr>
              <a:t>, the project eliminates the prohibitive costs and physical risks associated with hardware prototyping, such as robot maintenance and sensor damage. Furthermore, the modular nature of the neural network architecture ensures scalability; the agent's logic can be transferred from the simulation to physical microcontrollers (like NVIDIA Jetson or Raspberry Pi) using the lightweight </a:t>
            </a:r>
            <a:r>
              <a:rPr lang="en-US" b="true" sz="2689">
                <a:solidFill>
                  <a:srgbClr val="80B2E8"/>
                </a:solidFill>
                <a:latin typeface="Poppins Bold"/>
                <a:ea typeface="Poppins Bold"/>
                <a:cs typeface="Poppins Bold"/>
                <a:sym typeface="Poppins Bold"/>
              </a:rPr>
              <a:t>ONNX</a:t>
            </a:r>
            <a:r>
              <a:rPr lang="en-US" sz="2689">
                <a:solidFill>
                  <a:srgbClr val="80B2E8"/>
                </a:solidFill>
                <a:latin typeface="Poppins"/>
                <a:ea typeface="Poppins"/>
                <a:cs typeface="Poppins"/>
                <a:sym typeface="Poppins"/>
              </a:rPr>
              <a:t> format. This demonstrates a highly cost-effective and technically viable pathway for deploying autonomous solutions, validating the system's potential for real-world adoption with minimal financial barrier to entry.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D2C"/>
        </a:solidFill>
      </p:bgPr>
    </p:bg>
    <p:spTree>
      <p:nvGrpSpPr>
        <p:cNvPr id="1" name=""/>
        <p:cNvGrpSpPr/>
        <p:nvPr/>
      </p:nvGrpSpPr>
      <p:grpSpPr>
        <a:xfrm>
          <a:off x="0" y="0"/>
          <a:ext cx="0" cy="0"/>
          <a:chOff x="0" y="0"/>
          <a:chExt cx="0" cy="0"/>
        </a:xfrm>
      </p:grpSpPr>
      <p:sp>
        <p:nvSpPr>
          <p:cNvPr name="Freeform 2" id="2"/>
          <p:cNvSpPr/>
          <p:nvPr/>
        </p:nvSpPr>
        <p:spPr>
          <a:xfrm flipH="false" flipV="false" rot="0">
            <a:off x="-63227" y="7619524"/>
            <a:ext cx="4241121" cy="2730970"/>
          </a:xfrm>
          <a:custGeom>
            <a:avLst/>
            <a:gdLst/>
            <a:ahLst/>
            <a:cxnLst/>
            <a:rect r="r" b="b" t="t" l="l"/>
            <a:pathLst>
              <a:path h="2730970" w="4241121">
                <a:moveTo>
                  <a:pt x="0" y="0"/>
                </a:moveTo>
                <a:lnTo>
                  <a:pt x="4241121" y="0"/>
                </a:lnTo>
                <a:lnTo>
                  <a:pt x="4241121" y="2730970"/>
                </a:lnTo>
                <a:lnTo>
                  <a:pt x="0" y="2730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5688" y="-63436"/>
            <a:ext cx="4008853" cy="2771080"/>
          </a:xfrm>
          <a:custGeom>
            <a:avLst/>
            <a:gdLst/>
            <a:ahLst/>
            <a:cxnLst/>
            <a:rect r="r" b="b" t="t" l="l"/>
            <a:pathLst>
              <a:path h="2771080" w="4008853">
                <a:moveTo>
                  <a:pt x="0" y="0"/>
                </a:moveTo>
                <a:lnTo>
                  <a:pt x="4008854" y="0"/>
                </a:lnTo>
                <a:lnTo>
                  <a:pt x="4008854" y="2771079"/>
                </a:lnTo>
                <a:lnTo>
                  <a:pt x="0" y="2771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6466315" y="9098680"/>
            <a:ext cx="790575" cy="159106"/>
            <a:chOff x="0" y="0"/>
            <a:chExt cx="790575" cy="159106"/>
          </a:xfrm>
        </p:grpSpPr>
        <p:sp>
          <p:nvSpPr>
            <p:cNvPr name="Freeform 5" id="5"/>
            <p:cNvSpPr/>
            <p:nvPr/>
          </p:nvSpPr>
          <p:spPr>
            <a:xfrm flipH="false" flipV="false" rot="0">
              <a:off x="0" y="0"/>
              <a:ext cx="790575" cy="159008"/>
            </a:xfrm>
            <a:custGeom>
              <a:avLst/>
              <a:gdLst/>
              <a:ahLst/>
              <a:cxnLst/>
              <a:rect r="r" b="b" t="t" l="l"/>
              <a:pathLst>
                <a:path h="159008" w="790575">
                  <a:moveTo>
                    <a:pt x="79502" y="0"/>
                  </a:moveTo>
                  <a:cubicBezTo>
                    <a:pt x="35560" y="0"/>
                    <a:pt x="0" y="35561"/>
                    <a:pt x="0" y="79504"/>
                  </a:cubicBezTo>
                  <a:cubicBezTo>
                    <a:pt x="0" y="123447"/>
                    <a:pt x="35560" y="159008"/>
                    <a:pt x="79502" y="159008"/>
                  </a:cubicBezTo>
                  <a:cubicBezTo>
                    <a:pt x="123444" y="159008"/>
                    <a:pt x="159004" y="123447"/>
                    <a:pt x="159004" y="79504"/>
                  </a:cubicBezTo>
                  <a:cubicBezTo>
                    <a:pt x="159004" y="35561"/>
                    <a:pt x="123444" y="0"/>
                    <a:pt x="79502" y="0"/>
                  </a:cubicBezTo>
                  <a:close/>
                  <a:moveTo>
                    <a:pt x="396621" y="0"/>
                  </a:moveTo>
                  <a:cubicBezTo>
                    <a:pt x="352679" y="0"/>
                    <a:pt x="317119" y="35561"/>
                    <a:pt x="317119" y="79504"/>
                  </a:cubicBezTo>
                  <a:cubicBezTo>
                    <a:pt x="317119" y="123447"/>
                    <a:pt x="352679" y="159008"/>
                    <a:pt x="396621" y="159008"/>
                  </a:cubicBezTo>
                  <a:cubicBezTo>
                    <a:pt x="440563" y="159008"/>
                    <a:pt x="476123" y="123447"/>
                    <a:pt x="476123" y="79504"/>
                  </a:cubicBezTo>
                  <a:cubicBezTo>
                    <a:pt x="476123" y="35561"/>
                    <a:pt x="440563" y="0"/>
                    <a:pt x="396621" y="0"/>
                  </a:cubicBezTo>
                  <a:close/>
                  <a:moveTo>
                    <a:pt x="713359" y="0"/>
                  </a:moveTo>
                  <a:cubicBezTo>
                    <a:pt x="669417" y="0"/>
                    <a:pt x="633857" y="35561"/>
                    <a:pt x="633857" y="79504"/>
                  </a:cubicBezTo>
                  <a:cubicBezTo>
                    <a:pt x="633857" y="123447"/>
                    <a:pt x="669417" y="159008"/>
                    <a:pt x="713359" y="159008"/>
                  </a:cubicBezTo>
                  <a:cubicBezTo>
                    <a:pt x="750570" y="159008"/>
                    <a:pt x="781812" y="133480"/>
                    <a:pt x="790575" y="98809"/>
                  </a:cubicBezTo>
                  <a:lnTo>
                    <a:pt x="790575" y="60200"/>
                  </a:lnTo>
                  <a:cubicBezTo>
                    <a:pt x="781939" y="25528"/>
                    <a:pt x="750697" y="0"/>
                    <a:pt x="713359" y="0"/>
                  </a:cubicBezTo>
                  <a:close/>
                </a:path>
              </a:pathLst>
            </a:custGeom>
            <a:solidFill>
              <a:srgbClr val="FFFFFF"/>
            </a:solidFill>
          </p:spPr>
        </p:sp>
      </p:grpSp>
      <p:grpSp>
        <p:nvGrpSpPr>
          <p:cNvPr name="Group 6" id="6"/>
          <p:cNvGrpSpPr/>
          <p:nvPr/>
        </p:nvGrpSpPr>
        <p:grpSpPr>
          <a:xfrm rot="0">
            <a:off x="382238" y="8844239"/>
            <a:ext cx="1295400" cy="1200150"/>
            <a:chOff x="0" y="0"/>
            <a:chExt cx="1727200" cy="1600200"/>
          </a:xfrm>
        </p:grpSpPr>
        <p:sp>
          <p:nvSpPr>
            <p:cNvPr name="Freeform 7" id="7"/>
            <p:cNvSpPr/>
            <p:nvPr/>
          </p:nvSpPr>
          <p:spPr>
            <a:xfrm flipH="false" flipV="false" rot="0">
              <a:off x="0" y="0"/>
              <a:ext cx="1727200" cy="1600200"/>
            </a:xfrm>
            <a:custGeom>
              <a:avLst/>
              <a:gdLst/>
              <a:ahLst/>
              <a:cxnLst/>
              <a:rect r="r" b="b" t="t" l="l"/>
              <a:pathLst>
                <a:path h="1600200" w="1727200">
                  <a:moveTo>
                    <a:pt x="0" y="0"/>
                  </a:moveTo>
                  <a:lnTo>
                    <a:pt x="1727200" y="0"/>
                  </a:lnTo>
                  <a:lnTo>
                    <a:pt x="1727200" y="1600200"/>
                  </a:lnTo>
                  <a:lnTo>
                    <a:pt x="0" y="1600200"/>
                  </a:lnTo>
                  <a:lnTo>
                    <a:pt x="0" y="0"/>
                  </a:lnTo>
                  <a:close/>
                </a:path>
              </a:pathLst>
            </a:custGeom>
            <a:blipFill>
              <a:blip r:embed="rId6"/>
              <a:stretch>
                <a:fillRect l="0" t="0" r="0" b="0"/>
              </a:stretch>
            </a:blipFill>
          </p:spPr>
        </p:sp>
      </p:grpSp>
      <p:sp>
        <p:nvSpPr>
          <p:cNvPr name="Freeform 8" id="8"/>
          <p:cNvSpPr/>
          <p:nvPr/>
        </p:nvSpPr>
        <p:spPr>
          <a:xfrm flipH="false" flipV="false" rot="0">
            <a:off x="-66551" y="-63436"/>
            <a:ext cx="3615500" cy="3313824"/>
          </a:xfrm>
          <a:custGeom>
            <a:avLst/>
            <a:gdLst/>
            <a:ahLst/>
            <a:cxnLst/>
            <a:rect r="r" b="b" t="t" l="l"/>
            <a:pathLst>
              <a:path h="3313824" w="3615500">
                <a:moveTo>
                  <a:pt x="0" y="0"/>
                </a:moveTo>
                <a:lnTo>
                  <a:pt x="3615499" y="0"/>
                </a:lnTo>
                <a:lnTo>
                  <a:pt x="3615499" y="3313823"/>
                </a:lnTo>
                <a:lnTo>
                  <a:pt x="0" y="33138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0" y="0"/>
            <a:ext cx="3141545" cy="1232268"/>
            <a:chOff x="0" y="0"/>
            <a:chExt cx="4188727" cy="1643024"/>
          </a:xfrm>
        </p:grpSpPr>
        <p:sp>
          <p:nvSpPr>
            <p:cNvPr name="Freeform 10" id="10"/>
            <p:cNvSpPr/>
            <p:nvPr/>
          </p:nvSpPr>
          <p:spPr>
            <a:xfrm flipH="false" flipV="false" rot="0">
              <a:off x="0" y="0"/>
              <a:ext cx="4188714" cy="1642999"/>
            </a:xfrm>
            <a:custGeom>
              <a:avLst/>
              <a:gdLst/>
              <a:ahLst/>
              <a:cxnLst/>
              <a:rect r="r" b="b" t="t" l="l"/>
              <a:pathLst>
                <a:path h="1642999" w="4188714">
                  <a:moveTo>
                    <a:pt x="0" y="0"/>
                  </a:moveTo>
                  <a:lnTo>
                    <a:pt x="4188714" y="0"/>
                  </a:lnTo>
                  <a:lnTo>
                    <a:pt x="4188714" y="1642999"/>
                  </a:lnTo>
                  <a:lnTo>
                    <a:pt x="0" y="1642999"/>
                  </a:lnTo>
                  <a:lnTo>
                    <a:pt x="0" y="0"/>
                  </a:lnTo>
                  <a:close/>
                </a:path>
              </a:pathLst>
            </a:custGeom>
            <a:blipFill>
              <a:blip r:embed="rId9"/>
              <a:stretch>
                <a:fillRect l="-9150" t="-12080" r="0" b="-1"/>
              </a:stretch>
            </a:blipFill>
          </p:spPr>
        </p:sp>
      </p:grpSp>
      <p:grpSp>
        <p:nvGrpSpPr>
          <p:cNvPr name="Group 11" id="11"/>
          <p:cNvGrpSpPr/>
          <p:nvPr/>
        </p:nvGrpSpPr>
        <p:grpSpPr>
          <a:xfrm rot="0">
            <a:off x="0" y="0"/>
            <a:ext cx="3485921" cy="3186913"/>
            <a:chOff x="0" y="0"/>
            <a:chExt cx="3485921" cy="3186913"/>
          </a:xfrm>
        </p:grpSpPr>
        <p:sp>
          <p:nvSpPr>
            <p:cNvPr name="Freeform 12" id="12"/>
            <p:cNvSpPr/>
            <p:nvPr/>
          </p:nvSpPr>
          <p:spPr>
            <a:xfrm flipH="false" flipV="false" rot="0">
              <a:off x="0" y="0"/>
              <a:ext cx="3485895" cy="3186938"/>
            </a:xfrm>
            <a:custGeom>
              <a:avLst/>
              <a:gdLst/>
              <a:ahLst/>
              <a:cxnLst/>
              <a:rect r="r" b="b" t="t" l="l"/>
              <a:pathLst>
                <a:path h="3186938" w="3485895">
                  <a:moveTo>
                    <a:pt x="0" y="0"/>
                  </a:moveTo>
                  <a:lnTo>
                    <a:pt x="0" y="3186938"/>
                  </a:lnTo>
                  <a:lnTo>
                    <a:pt x="3485895" y="3186938"/>
                  </a:lnTo>
                  <a:lnTo>
                    <a:pt x="3485895" y="0"/>
                  </a:lnTo>
                  <a:close/>
                </a:path>
              </a:pathLst>
            </a:custGeom>
            <a:solidFill>
              <a:srgbClr val="000000">
                <a:alpha val="0"/>
              </a:srgbClr>
            </a:solidFill>
          </p:spPr>
        </p:sp>
      </p:grpSp>
      <p:grpSp>
        <p:nvGrpSpPr>
          <p:cNvPr name="Group 13" id="13"/>
          <p:cNvGrpSpPr/>
          <p:nvPr/>
        </p:nvGrpSpPr>
        <p:grpSpPr>
          <a:xfrm rot="0">
            <a:off x="0" y="7682960"/>
            <a:ext cx="4114800" cy="2604040"/>
            <a:chOff x="0" y="0"/>
            <a:chExt cx="4114800" cy="2604033"/>
          </a:xfrm>
        </p:grpSpPr>
        <p:sp>
          <p:nvSpPr>
            <p:cNvPr name="Freeform 14" id="14"/>
            <p:cNvSpPr/>
            <p:nvPr/>
          </p:nvSpPr>
          <p:spPr>
            <a:xfrm flipH="false" flipV="false" rot="0">
              <a:off x="0" y="0"/>
              <a:ext cx="4114800" cy="2604002"/>
            </a:xfrm>
            <a:custGeom>
              <a:avLst/>
              <a:gdLst/>
              <a:ahLst/>
              <a:cxnLst/>
              <a:rect r="r" b="b" t="t" l="l"/>
              <a:pathLst>
                <a:path h="2604002" w="4114800">
                  <a:moveTo>
                    <a:pt x="0" y="0"/>
                  </a:moveTo>
                  <a:lnTo>
                    <a:pt x="0" y="2604002"/>
                  </a:lnTo>
                  <a:lnTo>
                    <a:pt x="4114800" y="2604002"/>
                  </a:lnTo>
                  <a:lnTo>
                    <a:pt x="4114800" y="0"/>
                  </a:lnTo>
                  <a:close/>
                </a:path>
              </a:pathLst>
            </a:custGeom>
            <a:solidFill>
              <a:srgbClr val="000000">
                <a:alpha val="0"/>
              </a:srgbClr>
            </a:solidFill>
          </p:spPr>
        </p:sp>
      </p:grpSp>
      <p:grpSp>
        <p:nvGrpSpPr>
          <p:cNvPr name="Group 15" id="15"/>
          <p:cNvGrpSpPr/>
          <p:nvPr/>
        </p:nvGrpSpPr>
        <p:grpSpPr>
          <a:xfrm rot="0">
            <a:off x="14408915" y="0"/>
            <a:ext cx="3879085" cy="2644216"/>
            <a:chOff x="0" y="0"/>
            <a:chExt cx="3879088" cy="2644216"/>
          </a:xfrm>
        </p:grpSpPr>
        <p:sp>
          <p:nvSpPr>
            <p:cNvPr name="Freeform 16" id="16"/>
            <p:cNvSpPr/>
            <p:nvPr/>
          </p:nvSpPr>
          <p:spPr>
            <a:xfrm flipH="false" flipV="false" rot="0">
              <a:off x="0" y="0"/>
              <a:ext cx="3879092" cy="2644271"/>
            </a:xfrm>
            <a:custGeom>
              <a:avLst/>
              <a:gdLst/>
              <a:ahLst/>
              <a:cxnLst/>
              <a:rect r="r" b="b" t="t" l="l"/>
              <a:pathLst>
                <a:path h="2644271" w="3879092">
                  <a:moveTo>
                    <a:pt x="0" y="0"/>
                  </a:moveTo>
                  <a:lnTo>
                    <a:pt x="0" y="2644271"/>
                  </a:lnTo>
                  <a:lnTo>
                    <a:pt x="3879092" y="2644271"/>
                  </a:lnTo>
                  <a:lnTo>
                    <a:pt x="3879092" y="0"/>
                  </a:lnTo>
                  <a:close/>
                </a:path>
              </a:pathLst>
            </a:custGeom>
            <a:solidFill>
              <a:srgbClr val="000000">
                <a:alpha val="0"/>
              </a:srgbClr>
            </a:solidFill>
          </p:spPr>
        </p:sp>
      </p:grpSp>
      <p:grpSp>
        <p:nvGrpSpPr>
          <p:cNvPr name="Group 17" id="17"/>
          <p:cNvGrpSpPr/>
          <p:nvPr/>
        </p:nvGrpSpPr>
        <p:grpSpPr>
          <a:xfrm rot="0">
            <a:off x="16466315" y="9098261"/>
            <a:ext cx="792985" cy="160039"/>
            <a:chOff x="0" y="0"/>
            <a:chExt cx="792988" cy="160033"/>
          </a:xfrm>
        </p:grpSpPr>
        <p:sp>
          <p:nvSpPr>
            <p:cNvPr name="Freeform 18" id="18"/>
            <p:cNvSpPr/>
            <p:nvPr/>
          </p:nvSpPr>
          <p:spPr>
            <a:xfrm flipH="false" flipV="false" rot="0">
              <a:off x="0" y="0"/>
              <a:ext cx="792992" cy="160014"/>
            </a:xfrm>
            <a:custGeom>
              <a:avLst/>
              <a:gdLst/>
              <a:ahLst/>
              <a:cxnLst/>
              <a:rect r="r" b="b" t="t" l="l"/>
              <a:pathLst>
                <a:path h="160014" w="792992">
                  <a:moveTo>
                    <a:pt x="0" y="160014"/>
                  </a:moveTo>
                  <a:lnTo>
                    <a:pt x="792992" y="160014"/>
                  </a:lnTo>
                  <a:lnTo>
                    <a:pt x="792992" y="0"/>
                  </a:lnTo>
                  <a:lnTo>
                    <a:pt x="0" y="0"/>
                  </a:lnTo>
                  <a:close/>
                </a:path>
              </a:pathLst>
            </a:custGeom>
            <a:solidFill>
              <a:srgbClr val="000000">
                <a:alpha val="0"/>
              </a:srgbClr>
            </a:solidFill>
          </p:spPr>
        </p:sp>
      </p:grpSp>
      <p:sp>
        <p:nvSpPr>
          <p:cNvPr name="TextBox 19" id="19"/>
          <p:cNvSpPr txBox="true"/>
          <p:nvPr/>
        </p:nvSpPr>
        <p:spPr>
          <a:xfrm rot="0">
            <a:off x="3485921" y="1032281"/>
            <a:ext cx="10922994" cy="1293495"/>
          </a:xfrm>
          <a:prstGeom prst="rect">
            <a:avLst/>
          </a:prstGeom>
        </p:spPr>
        <p:txBody>
          <a:bodyPr anchor="t" rtlCol="false" tIns="0" lIns="0" bIns="0" rIns="0">
            <a:spAutoFit/>
          </a:bodyPr>
          <a:lstStyle/>
          <a:p>
            <a:pPr algn="ctr">
              <a:lnSpc>
                <a:spcPts val="10080"/>
              </a:lnSpc>
            </a:pPr>
            <a:r>
              <a:rPr lang="en-US" b="true" sz="7200">
                <a:solidFill>
                  <a:srgbClr val="80B2E8"/>
                </a:solidFill>
                <a:latin typeface="Poppins Bold"/>
                <a:ea typeface="Poppins Bold"/>
                <a:cs typeface="Poppins Bold"/>
                <a:sym typeface="Poppins Bold"/>
              </a:rPr>
              <a:t>Conclusion</a:t>
            </a:r>
          </a:p>
        </p:txBody>
      </p:sp>
      <p:sp>
        <p:nvSpPr>
          <p:cNvPr name="TextBox 20" id="20"/>
          <p:cNvSpPr txBox="true"/>
          <p:nvPr/>
        </p:nvSpPr>
        <p:spPr>
          <a:xfrm rot="0">
            <a:off x="903715" y="2827495"/>
            <a:ext cx="16480569" cy="5830218"/>
          </a:xfrm>
          <a:prstGeom prst="rect">
            <a:avLst/>
          </a:prstGeom>
        </p:spPr>
        <p:txBody>
          <a:bodyPr anchor="t" rtlCol="false" tIns="0" lIns="0" bIns="0" rIns="0">
            <a:spAutoFit/>
          </a:bodyPr>
          <a:lstStyle/>
          <a:p>
            <a:pPr algn="just">
              <a:lnSpc>
                <a:spcPts val="3343"/>
              </a:lnSpc>
            </a:pPr>
            <a:r>
              <a:rPr lang="en-US" sz="2387">
                <a:solidFill>
                  <a:srgbClr val="80B2E8"/>
                </a:solidFill>
                <a:latin typeface="Poppins"/>
                <a:ea typeface="Poppins"/>
                <a:cs typeface="Poppins"/>
                <a:sym typeface="Poppins"/>
              </a:rPr>
              <a:t>In alignment with Goal 11: Sustainable Cities and Communities, this work addresses the pressing challenges of the urban Last Mile Problem, where escalating congestion, fuel dependency, labor shortages, and environmental constraints render conventional logistics increasingly unsustainable. By leveraging a Sim2Real autonomous delivery framework built using the Unity 3D engine and ML-Agents toolkit, the proposed system demonstrates a scalable and intelligent alternative to human-centric delivery models. Employing Proximal Policy Optimization (PPO), the agent learns robust navigation and decision-making behaviors through carefully engineered vector observations and reward shaping, enabling efficient coordination between delivery bots and vans in complex urban environments. The results highlight the feasibility of autonomous, self-sustaining logistics units capable of reducing operational overheads, minimizing carbon emissions, and supporting rapid delivery demands without exacerbating urban strain. Ultimately, this approach bridges the gap between theoretical reinforcement learning models and real-world robotic deployment, offering a viable pathway toward resilient, sustainable, and future-ready urban delivery ecosystems.</a:t>
            </a:r>
          </a:p>
          <a:p>
            <a:pPr algn="just">
              <a:lnSpc>
                <a:spcPts val="3343"/>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1D2C"/>
        </a:solidFill>
      </p:bgPr>
    </p:bg>
    <p:spTree>
      <p:nvGrpSpPr>
        <p:cNvPr id="1" name=""/>
        <p:cNvGrpSpPr/>
        <p:nvPr/>
      </p:nvGrpSpPr>
      <p:grpSpPr>
        <a:xfrm>
          <a:off x="0" y="0"/>
          <a:ext cx="0" cy="0"/>
          <a:chOff x="0" y="0"/>
          <a:chExt cx="0" cy="0"/>
        </a:xfrm>
      </p:grpSpPr>
      <p:sp>
        <p:nvSpPr>
          <p:cNvPr name="Freeform 2" id="2"/>
          <p:cNvSpPr/>
          <p:nvPr/>
        </p:nvSpPr>
        <p:spPr>
          <a:xfrm flipH="false" flipV="false" rot="0">
            <a:off x="-63227" y="7619524"/>
            <a:ext cx="4241121" cy="2730970"/>
          </a:xfrm>
          <a:custGeom>
            <a:avLst/>
            <a:gdLst/>
            <a:ahLst/>
            <a:cxnLst/>
            <a:rect r="r" b="b" t="t" l="l"/>
            <a:pathLst>
              <a:path h="2730970" w="4241121">
                <a:moveTo>
                  <a:pt x="0" y="0"/>
                </a:moveTo>
                <a:lnTo>
                  <a:pt x="4241121" y="0"/>
                </a:lnTo>
                <a:lnTo>
                  <a:pt x="4241121" y="2730970"/>
                </a:lnTo>
                <a:lnTo>
                  <a:pt x="0" y="2730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5688" y="-63436"/>
            <a:ext cx="4008853" cy="2771080"/>
          </a:xfrm>
          <a:custGeom>
            <a:avLst/>
            <a:gdLst/>
            <a:ahLst/>
            <a:cxnLst/>
            <a:rect r="r" b="b" t="t" l="l"/>
            <a:pathLst>
              <a:path h="2771080" w="4008853">
                <a:moveTo>
                  <a:pt x="0" y="0"/>
                </a:moveTo>
                <a:lnTo>
                  <a:pt x="4008854" y="0"/>
                </a:lnTo>
                <a:lnTo>
                  <a:pt x="4008854" y="2771079"/>
                </a:lnTo>
                <a:lnTo>
                  <a:pt x="0" y="2771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6466315" y="9098680"/>
            <a:ext cx="790575" cy="159106"/>
            <a:chOff x="0" y="0"/>
            <a:chExt cx="790575" cy="159106"/>
          </a:xfrm>
        </p:grpSpPr>
        <p:sp>
          <p:nvSpPr>
            <p:cNvPr name="Freeform 5" id="5"/>
            <p:cNvSpPr/>
            <p:nvPr/>
          </p:nvSpPr>
          <p:spPr>
            <a:xfrm flipH="false" flipV="false" rot="0">
              <a:off x="0" y="0"/>
              <a:ext cx="790575" cy="159008"/>
            </a:xfrm>
            <a:custGeom>
              <a:avLst/>
              <a:gdLst/>
              <a:ahLst/>
              <a:cxnLst/>
              <a:rect r="r" b="b" t="t" l="l"/>
              <a:pathLst>
                <a:path h="159008" w="790575">
                  <a:moveTo>
                    <a:pt x="79502" y="0"/>
                  </a:moveTo>
                  <a:cubicBezTo>
                    <a:pt x="35560" y="0"/>
                    <a:pt x="0" y="35561"/>
                    <a:pt x="0" y="79504"/>
                  </a:cubicBezTo>
                  <a:cubicBezTo>
                    <a:pt x="0" y="123447"/>
                    <a:pt x="35560" y="159008"/>
                    <a:pt x="79502" y="159008"/>
                  </a:cubicBezTo>
                  <a:cubicBezTo>
                    <a:pt x="123444" y="159008"/>
                    <a:pt x="159004" y="123447"/>
                    <a:pt x="159004" y="79504"/>
                  </a:cubicBezTo>
                  <a:cubicBezTo>
                    <a:pt x="159004" y="35561"/>
                    <a:pt x="123444" y="0"/>
                    <a:pt x="79502" y="0"/>
                  </a:cubicBezTo>
                  <a:close/>
                  <a:moveTo>
                    <a:pt x="396621" y="0"/>
                  </a:moveTo>
                  <a:cubicBezTo>
                    <a:pt x="352679" y="0"/>
                    <a:pt x="317119" y="35561"/>
                    <a:pt x="317119" y="79504"/>
                  </a:cubicBezTo>
                  <a:cubicBezTo>
                    <a:pt x="317119" y="123447"/>
                    <a:pt x="352679" y="159008"/>
                    <a:pt x="396621" y="159008"/>
                  </a:cubicBezTo>
                  <a:cubicBezTo>
                    <a:pt x="440563" y="159008"/>
                    <a:pt x="476123" y="123447"/>
                    <a:pt x="476123" y="79504"/>
                  </a:cubicBezTo>
                  <a:cubicBezTo>
                    <a:pt x="476123" y="35561"/>
                    <a:pt x="440563" y="0"/>
                    <a:pt x="396621" y="0"/>
                  </a:cubicBezTo>
                  <a:close/>
                  <a:moveTo>
                    <a:pt x="713359" y="0"/>
                  </a:moveTo>
                  <a:cubicBezTo>
                    <a:pt x="669417" y="0"/>
                    <a:pt x="633857" y="35561"/>
                    <a:pt x="633857" y="79504"/>
                  </a:cubicBezTo>
                  <a:cubicBezTo>
                    <a:pt x="633857" y="123447"/>
                    <a:pt x="669417" y="159008"/>
                    <a:pt x="713359" y="159008"/>
                  </a:cubicBezTo>
                  <a:cubicBezTo>
                    <a:pt x="750570" y="159008"/>
                    <a:pt x="781812" y="133480"/>
                    <a:pt x="790575" y="98809"/>
                  </a:cubicBezTo>
                  <a:lnTo>
                    <a:pt x="790575" y="60200"/>
                  </a:lnTo>
                  <a:cubicBezTo>
                    <a:pt x="781939" y="25528"/>
                    <a:pt x="750697" y="0"/>
                    <a:pt x="713359" y="0"/>
                  </a:cubicBezTo>
                  <a:close/>
                </a:path>
              </a:pathLst>
            </a:custGeom>
            <a:solidFill>
              <a:srgbClr val="FFFFFF"/>
            </a:solidFill>
          </p:spPr>
        </p:sp>
      </p:grpSp>
      <p:grpSp>
        <p:nvGrpSpPr>
          <p:cNvPr name="Group 6" id="6"/>
          <p:cNvGrpSpPr/>
          <p:nvPr/>
        </p:nvGrpSpPr>
        <p:grpSpPr>
          <a:xfrm rot="0">
            <a:off x="382238" y="8844239"/>
            <a:ext cx="1295400" cy="1200150"/>
            <a:chOff x="0" y="0"/>
            <a:chExt cx="1727200" cy="1600200"/>
          </a:xfrm>
        </p:grpSpPr>
        <p:sp>
          <p:nvSpPr>
            <p:cNvPr name="Freeform 7" id="7"/>
            <p:cNvSpPr/>
            <p:nvPr/>
          </p:nvSpPr>
          <p:spPr>
            <a:xfrm flipH="false" flipV="false" rot="0">
              <a:off x="0" y="0"/>
              <a:ext cx="1727200" cy="1600200"/>
            </a:xfrm>
            <a:custGeom>
              <a:avLst/>
              <a:gdLst/>
              <a:ahLst/>
              <a:cxnLst/>
              <a:rect r="r" b="b" t="t" l="l"/>
              <a:pathLst>
                <a:path h="1600200" w="1727200">
                  <a:moveTo>
                    <a:pt x="0" y="0"/>
                  </a:moveTo>
                  <a:lnTo>
                    <a:pt x="1727200" y="0"/>
                  </a:lnTo>
                  <a:lnTo>
                    <a:pt x="1727200" y="1600200"/>
                  </a:lnTo>
                  <a:lnTo>
                    <a:pt x="0" y="1600200"/>
                  </a:lnTo>
                  <a:lnTo>
                    <a:pt x="0" y="0"/>
                  </a:lnTo>
                  <a:close/>
                </a:path>
              </a:pathLst>
            </a:custGeom>
            <a:blipFill>
              <a:blip r:embed="rId6"/>
              <a:stretch>
                <a:fillRect l="0" t="0" r="0" b="0"/>
              </a:stretch>
            </a:blipFill>
          </p:spPr>
        </p:sp>
      </p:grpSp>
      <p:sp>
        <p:nvSpPr>
          <p:cNvPr name="Freeform 8" id="8"/>
          <p:cNvSpPr/>
          <p:nvPr/>
        </p:nvSpPr>
        <p:spPr>
          <a:xfrm flipH="false" flipV="false" rot="0">
            <a:off x="-66551" y="-63436"/>
            <a:ext cx="3615500" cy="3313824"/>
          </a:xfrm>
          <a:custGeom>
            <a:avLst/>
            <a:gdLst/>
            <a:ahLst/>
            <a:cxnLst/>
            <a:rect r="r" b="b" t="t" l="l"/>
            <a:pathLst>
              <a:path h="3313824" w="3615500">
                <a:moveTo>
                  <a:pt x="0" y="0"/>
                </a:moveTo>
                <a:lnTo>
                  <a:pt x="3615499" y="0"/>
                </a:lnTo>
                <a:lnTo>
                  <a:pt x="3615499" y="3313823"/>
                </a:lnTo>
                <a:lnTo>
                  <a:pt x="0" y="33138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0" y="0"/>
            <a:ext cx="3141545" cy="1232268"/>
            <a:chOff x="0" y="0"/>
            <a:chExt cx="4188727" cy="1643024"/>
          </a:xfrm>
        </p:grpSpPr>
        <p:sp>
          <p:nvSpPr>
            <p:cNvPr name="Freeform 10" id="10"/>
            <p:cNvSpPr/>
            <p:nvPr/>
          </p:nvSpPr>
          <p:spPr>
            <a:xfrm flipH="false" flipV="false" rot="0">
              <a:off x="0" y="0"/>
              <a:ext cx="4188714" cy="1642999"/>
            </a:xfrm>
            <a:custGeom>
              <a:avLst/>
              <a:gdLst/>
              <a:ahLst/>
              <a:cxnLst/>
              <a:rect r="r" b="b" t="t" l="l"/>
              <a:pathLst>
                <a:path h="1642999" w="4188714">
                  <a:moveTo>
                    <a:pt x="0" y="0"/>
                  </a:moveTo>
                  <a:lnTo>
                    <a:pt x="4188714" y="0"/>
                  </a:lnTo>
                  <a:lnTo>
                    <a:pt x="4188714" y="1642999"/>
                  </a:lnTo>
                  <a:lnTo>
                    <a:pt x="0" y="1642999"/>
                  </a:lnTo>
                  <a:lnTo>
                    <a:pt x="0" y="0"/>
                  </a:lnTo>
                  <a:close/>
                </a:path>
              </a:pathLst>
            </a:custGeom>
            <a:blipFill>
              <a:blip r:embed="rId9"/>
              <a:stretch>
                <a:fillRect l="-9150" t="-12080" r="0" b="-1"/>
              </a:stretch>
            </a:blipFill>
          </p:spPr>
        </p:sp>
      </p:grpSp>
      <p:grpSp>
        <p:nvGrpSpPr>
          <p:cNvPr name="Group 11" id="11"/>
          <p:cNvGrpSpPr/>
          <p:nvPr/>
        </p:nvGrpSpPr>
        <p:grpSpPr>
          <a:xfrm rot="0">
            <a:off x="0" y="0"/>
            <a:ext cx="3485921" cy="3186913"/>
            <a:chOff x="0" y="0"/>
            <a:chExt cx="3485921" cy="3186913"/>
          </a:xfrm>
        </p:grpSpPr>
        <p:sp>
          <p:nvSpPr>
            <p:cNvPr name="Freeform 12" id="12"/>
            <p:cNvSpPr/>
            <p:nvPr/>
          </p:nvSpPr>
          <p:spPr>
            <a:xfrm flipH="false" flipV="false" rot="0">
              <a:off x="0" y="0"/>
              <a:ext cx="3485895" cy="3186938"/>
            </a:xfrm>
            <a:custGeom>
              <a:avLst/>
              <a:gdLst/>
              <a:ahLst/>
              <a:cxnLst/>
              <a:rect r="r" b="b" t="t" l="l"/>
              <a:pathLst>
                <a:path h="3186938" w="3485895">
                  <a:moveTo>
                    <a:pt x="0" y="0"/>
                  </a:moveTo>
                  <a:lnTo>
                    <a:pt x="0" y="3186938"/>
                  </a:lnTo>
                  <a:lnTo>
                    <a:pt x="3485895" y="3186938"/>
                  </a:lnTo>
                  <a:lnTo>
                    <a:pt x="3485895" y="0"/>
                  </a:lnTo>
                  <a:close/>
                </a:path>
              </a:pathLst>
            </a:custGeom>
            <a:solidFill>
              <a:srgbClr val="000000">
                <a:alpha val="0"/>
              </a:srgbClr>
            </a:solidFill>
          </p:spPr>
        </p:sp>
      </p:grpSp>
      <p:grpSp>
        <p:nvGrpSpPr>
          <p:cNvPr name="Group 13" id="13"/>
          <p:cNvGrpSpPr/>
          <p:nvPr/>
        </p:nvGrpSpPr>
        <p:grpSpPr>
          <a:xfrm rot="0">
            <a:off x="0" y="7682960"/>
            <a:ext cx="4114800" cy="2604040"/>
            <a:chOff x="0" y="0"/>
            <a:chExt cx="4114800" cy="2604033"/>
          </a:xfrm>
        </p:grpSpPr>
        <p:sp>
          <p:nvSpPr>
            <p:cNvPr name="Freeform 14" id="14"/>
            <p:cNvSpPr/>
            <p:nvPr/>
          </p:nvSpPr>
          <p:spPr>
            <a:xfrm flipH="false" flipV="false" rot="0">
              <a:off x="0" y="0"/>
              <a:ext cx="4114800" cy="2604002"/>
            </a:xfrm>
            <a:custGeom>
              <a:avLst/>
              <a:gdLst/>
              <a:ahLst/>
              <a:cxnLst/>
              <a:rect r="r" b="b" t="t" l="l"/>
              <a:pathLst>
                <a:path h="2604002" w="4114800">
                  <a:moveTo>
                    <a:pt x="0" y="0"/>
                  </a:moveTo>
                  <a:lnTo>
                    <a:pt x="0" y="2604002"/>
                  </a:lnTo>
                  <a:lnTo>
                    <a:pt x="4114800" y="2604002"/>
                  </a:lnTo>
                  <a:lnTo>
                    <a:pt x="4114800" y="0"/>
                  </a:lnTo>
                  <a:close/>
                </a:path>
              </a:pathLst>
            </a:custGeom>
            <a:solidFill>
              <a:srgbClr val="000000">
                <a:alpha val="0"/>
              </a:srgbClr>
            </a:solidFill>
          </p:spPr>
        </p:sp>
      </p:grpSp>
      <p:grpSp>
        <p:nvGrpSpPr>
          <p:cNvPr name="Group 15" id="15"/>
          <p:cNvGrpSpPr/>
          <p:nvPr/>
        </p:nvGrpSpPr>
        <p:grpSpPr>
          <a:xfrm rot="0">
            <a:off x="14408915" y="0"/>
            <a:ext cx="3879085" cy="2644216"/>
            <a:chOff x="0" y="0"/>
            <a:chExt cx="3879088" cy="2644216"/>
          </a:xfrm>
        </p:grpSpPr>
        <p:sp>
          <p:nvSpPr>
            <p:cNvPr name="Freeform 16" id="16"/>
            <p:cNvSpPr/>
            <p:nvPr/>
          </p:nvSpPr>
          <p:spPr>
            <a:xfrm flipH="false" flipV="false" rot="0">
              <a:off x="0" y="0"/>
              <a:ext cx="3879092" cy="2644271"/>
            </a:xfrm>
            <a:custGeom>
              <a:avLst/>
              <a:gdLst/>
              <a:ahLst/>
              <a:cxnLst/>
              <a:rect r="r" b="b" t="t" l="l"/>
              <a:pathLst>
                <a:path h="2644271" w="3879092">
                  <a:moveTo>
                    <a:pt x="0" y="0"/>
                  </a:moveTo>
                  <a:lnTo>
                    <a:pt x="0" y="2644271"/>
                  </a:lnTo>
                  <a:lnTo>
                    <a:pt x="3879092" y="2644271"/>
                  </a:lnTo>
                  <a:lnTo>
                    <a:pt x="3879092" y="0"/>
                  </a:lnTo>
                  <a:close/>
                </a:path>
              </a:pathLst>
            </a:custGeom>
            <a:solidFill>
              <a:srgbClr val="000000">
                <a:alpha val="0"/>
              </a:srgbClr>
            </a:solidFill>
          </p:spPr>
        </p:sp>
      </p:grpSp>
      <p:grpSp>
        <p:nvGrpSpPr>
          <p:cNvPr name="Group 17" id="17"/>
          <p:cNvGrpSpPr/>
          <p:nvPr/>
        </p:nvGrpSpPr>
        <p:grpSpPr>
          <a:xfrm rot="0">
            <a:off x="16466315" y="9098261"/>
            <a:ext cx="792985" cy="160039"/>
            <a:chOff x="0" y="0"/>
            <a:chExt cx="792988" cy="160033"/>
          </a:xfrm>
        </p:grpSpPr>
        <p:sp>
          <p:nvSpPr>
            <p:cNvPr name="Freeform 18" id="18"/>
            <p:cNvSpPr/>
            <p:nvPr/>
          </p:nvSpPr>
          <p:spPr>
            <a:xfrm flipH="false" flipV="false" rot="0">
              <a:off x="0" y="0"/>
              <a:ext cx="792992" cy="160014"/>
            </a:xfrm>
            <a:custGeom>
              <a:avLst/>
              <a:gdLst/>
              <a:ahLst/>
              <a:cxnLst/>
              <a:rect r="r" b="b" t="t" l="l"/>
              <a:pathLst>
                <a:path h="160014" w="792992">
                  <a:moveTo>
                    <a:pt x="0" y="160014"/>
                  </a:moveTo>
                  <a:lnTo>
                    <a:pt x="792992" y="160014"/>
                  </a:lnTo>
                  <a:lnTo>
                    <a:pt x="792992" y="0"/>
                  </a:lnTo>
                  <a:lnTo>
                    <a:pt x="0" y="0"/>
                  </a:lnTo>
                  <a:close/>
                </a:path>
              </a:pathLst>
            </a:custGeom>
            <a:solidFill>
              <a:srgbClr val="000000">
                <a:alpha val="0"/>
              </a:srgbClr>
            </a:solidFill>
          </p:spPr>
        </p:sp>
      </p:grpSp>
      <p:sp>
        <p:nvSpPr>
          <p:cNvPr name="Freeform 19" id="19"/>
          <p:cNvSpPr/>
          <p:nvPr/>
        </p:nvSpPr>
        <p:spPr>
          <a:xfrm flipH="false" flipV="false" rot="0">
            <a:off x="3589885" y="2644217"/>
            <a:ext cx="10964183" cy="7202535"/>
          </a:xfrm>
          <a:custGeom>
            <a:avLst/>
            <a:gdLst/>
            <a:ahLst/>
            <a:cxnLst/>
            <a:rect r="r" b="b" t="t" l="l"/>
            <a:pathLst>
              <a:path h="7202535" w="10964183">
                <a:moveTo>
                  <a:pt x="0" y="0"/>
                </a:moveTo>
                <a:lnTo>
                  <a:pt x="10964183" y="0"/>
                </a:lnTo>
                <a:lnTo>
                  <a:pt x="10964183" y="7202535"/>
                </a:lnTo>
                <a:lnTo>
                  <a:pt x="0" y="7202535"/>
                </a:lnTo>
                <a:lnTo>
                  <a:pt x="0" y="0"/>
                </a:lnTo>
                <a:close/>
              </a:path>
            </a:pathLst>
          </a:custGeom>
          <a:blipFill>
            <a:blip r:embed="rId10"/>
            <a:stretch>
              <a:fillRect l="0" t="0" r="0" b="0"/>
            </a:stretch>
          </a:blipFill>
        </p:spPr>
      </p:sp>
      <p:sp>
        <p:nvSpPr>
          <p:cNvPr name="TextBox 20" id="20"/>
          <p:cNvSpPr txBox="true"/>
          <p:nvPr/>
        </p:nvSpPr>
        <p:spPr>
          <a:xfrm rot="0">
            <a:off x="3485921" y="1032281"/>
            <a:ext cx="10922994" cy="1293495"/>
          </a:xfrm>
          <a:prstGeom prst="rect">
            <a:avLst/>
          </a:prstGeom>
        </p:spPr>
        <p:txBody>
          <a:bodyPr anchor="t" rtlCol="false" tIns="0" lIns="0" bIns="0" rIns="0">
            <a:spAutoFit/>
          </a:bodyPr>
          <a:lstStyle/>
          <a:p>
            <a:pPr algn="ctr">
              <a:lnSpc>
                <a:spcPts val="10080"/>
              </a:lnSpc>
            </a:pPr>
            <a:r>
              <a:rPr lang="en-US" b="true" sz="7200">
                <a:solidFill>
                  <a:srgbClr val="80B2E8"/>
                </a:solidFill>
                <a:latin typeface="Poppins Bold"/>
                <a:ea typeface="Poppins Bold"/>
                <a:cs typeface="Poppins Bold"/>
                <a:sym typeface="Poppins Bold"/>
              </a:rPr>
              <a:t>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DAHAnGdJilY</dc:identifier>
  <dcterms:modified xsi:type="dcterms:W3CDTF">2011-08-01T06:04:30Z</dcterms:modified>
  <cp:revision>1</cp:revision>
  <dc:title>Team Name: Dynamic Anjana G Kumar Sreejith P</dc:title>
</cp:coreProperties>
</file>